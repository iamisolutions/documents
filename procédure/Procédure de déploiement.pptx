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3" r:id="rId3"/>
    <p:sldId id="264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E494-B46C-87FE-3C4B-4254AFDBA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E1131-9337-D1E0-7C00-CDE172B9A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DA44B-2820-9592-45AE-EF6D5121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94D33-C990-B816-D138-169C236C2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FE8AA-1F69-590A-475B-E2C3533F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6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81D0-674A-0601-76BC-BA24E980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CA37F-63C0-0136-6416-C4E489648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36E48-9BA0-5D06-7223-CF043FE8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EDA8B-6F66-3A8B-CCF6-A3AEC205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32F05-BB89-AAF9-F20E-85A9CCD1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60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1BC6-1577-AD51-50AC-A2F82D6E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14E0D-1F65-3400-024C-C3CC264DB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F7387-5259-19A0-DA54-881DD842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056D6-E560-18C0-20B1-00D4A61F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4EA22-3509-EE40-0DE9-C52409A3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1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78259-215D-D87B-D5A5-5C8A30AFA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0AE2-60C1-7C3C-D802-352ED786C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3CBEA-0A0B-5AC2-EDA1-F3F2579CD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F4657-C9A9-8555-ACED-28C05F1F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6546E-4302-7A01-8775-6BFC7992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33E1-41E9-5749-30BC-807B2F4C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C386A-8DF5-4D0C-9E59-D661EA47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23A5E-E7AB-5095-A78E-43491F98F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66B02-CAC7-14F2-675B-BA3893CE7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5497C-439C-F1A8-C652-E59A31E84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246F5-EE8E-9561-5CFF-A553F6FC3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A9161-CE9F-E9EA-BF36-A6BBF723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789A66-5E9C-8DD8-FFB0-57008668D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6836E-9D1C-3DA6-48DF-5DE71AC9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2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A972-68E1-79EF-A6C2-499E7C5E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8CD93A-93B7-F85D-3F72-2726519B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DCA49-5CB2-B9DF-98E1-95BC2EB12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21FF2-7D28-AB1C-FEF2-41409DDF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3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8D86E-3EAD-D27B-F576-152B853C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D6C5B-74AB-025A-89D6-B928427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35273-54BC-8BAD-CCD2-943355220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F986-3999-F99C-295C-0179DFD64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306F-668E-78B2-622C-1567B2AA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CFFC5-9390-C46B-347B-912C95712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59BD1-F34E-26C0-D4DF-56A72DF3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554CE-7EB2-7BE6-0AAD-8CB8012D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9CF91-9F02-1A32-BE3A-A4A95BD1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3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037BC-5399-4333-DECB-D1A94DE1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8C028-ED67-096C-C804-16264B01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F0E7E-7043-4408-4B21-5918B4F05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6AD8C-8CA8-BB75-3194-8397EF9FB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91DD3-0511-DA4A-C86D-A2A356479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49265-CEF4-C1F1-4AEA-40E25EED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4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E1019-51CA-8E57-2CDF-C6F7C1162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5E226-D2F5-9690-A31E-C13B4ED2F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DCB12-A6F8-1777-58B7-0B7048110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F08BE-E95A-5603-A215-87EE30F0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1DD68-E0FF-22A3-3E3C-0A280510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524DD5-0EEE-D7D0-0410-A9C114AA3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6F451-3BD3-DD4C-A054-7E9A9BF7A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D2BF0-BC4E-2423-1AC4-9F495D93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DFFC4-CA87-BDE7-6BA2-5E996968F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7D2CA-CC5B-40DD-712E-8D58D84D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D0335-6E78-F891-B8FB-04C8438FB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38C13-A17F-53AC-E8F6-908F794A4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3A5D6-AA80-CAF2-CD74-81F7C944E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308EB-B2D4-DE4D-B5E8-681D2243679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79C6C-EF15-2C71-9818-67E6C0C53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7C85A-35F4-C344-F741-A98CDCE91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45878-1F18-0C42-B9AD-A8D5BA2A2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A437-0712-F37D-EDC5-B47BAA4C21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Présentation</a:t>
            </a:r>
            <a:r>
              <a:rPr lang="en-US" dirty="0">
                <a:solidFill>
                  <a:srgbClr val="657DEA"/>
                </a:solidFill>
              </a:rPr>
              <a:t> </a:t>
            </a:r>
            <a:r>
              <a:rPr lang="en-US" dirty="0" err="1">
                <a:solidFill>
                  <a:srgbClr val="657DEA"/>
                </a:solidFill>
              </a:rPr>
              <a:t>procédure</a:t>
            </a:r>
            <a:r>
              <a:rPr lang="en-US" dirty="0">
                <a:solidFill>
                  <a:srgbClr val="657DEA"/>
                </a:solidFill>
              </a:rPr>
              <a:t> </a:t>
            </a:r>
            <a:r>
              <a:rPr lang="en-US" dirty="0" err="1">
                <a:solidFill>
                  <a:srgbClr val="657DEA"/>
                </a:solidFill>
              </a:rPr>
              <a:t>IAmi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64C3F-1189-BFFE-3F1B-FBF33829B3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24/11/2025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4453D4-C842-C14D-A313-B3F36A1900B6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98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4C2C-5422-68E3-4BBF-14F1C316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Timeline du </a:t>
            </a:r>
            <a:r>
              <a:rPr lang="en-US" dirty="0" err="1">
                <a:solidFill>
                  <a:srgbClr val="657DEA"/>
                </a:solidFill>
              </a:rPr>
              <a:t>déploiement</a:t>
            </a:r>
            <a:r>
              <a:rPr lang="en-US" dirty="0">
                <a:solidFill>
                  <a:srgbClr val="657DEA"/>
                </a:solidFill>
              </a:rPr>
              <a:t> 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63AB6C1E-8902-500A-2DFC-6ADC59AB6B19}"/>
              </a:ext>
            </a:extLst>
          </p:cNvPr>
          <p:cNvSpPr/>
          <p:nvPr/>
        </p:nvSpPr>
        <p:spPr>
          <a:xfrm>
            <a:off x="127155" y="2556642"/>
            <a:ext cx="11937690" cy="1744717"/>
          </a:xfrm>
          <a:prstGeom prst="rightArrow">
            <a:avLst/>
          </a:prstGeom>
          <a:solidFill>
            <a:srgbClr val="657DE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52CD39-C6AC-E315-BF9D-0899AE77E830}"/>
              </a:ext>
            </a:extLst>
          </p:cNvPr>
          <p:cNvSpPr/>
          <p:nvPr/>
        </p:nvSpPr>
        <p:spPr>
          <a:xfrm>
            <a:off x="3655203" y="1691391"/>
            <a:ext cx="1764024" cy="940559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S-12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Présentation</a:t>
            </a:r>
            <a:r>
              <a:rPr lang="en-US" dirty="0">
                <a:solidFill>
                  <a:schemeClr val="bg1"/>
                </a:solidFill>
              </a:rPr>
              <a:t> Key Users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E9A23D-5569-FEFB-8BFD-1C5DFF6AFEE7}"/>
              </a:ext>
            </a:extLst>
          </p:cNvPr>
          <p:cNvSpPr/>
          <p:nvPr/>
        </p:nvSpPr>
        <p:spPr>
          <a:xfrm>
            <a:off x="5419227" y="4226051"/>
            <a:ext cx="1764024" cy="940560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S-10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Déploiement</a:t>
            </a:r>
            <a:r>
              <a:rPr lang="en-US" dirty="0">
                <a:solidFill>
                  <a:schemeClr val="bg1"/>
                </a:solidFill>
              </a:rPr>
              <a:t> Key Users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672DB04-CB95-3871-77BD-C800C2974E0E}"/>
              </a:ext>
            </a:extLst>
          </p:cNvPr>
          <p:cNvSpPr/>
          <p:nvPr/>
        </p:nvSpPr>
        <p:spPr>
          <a:xfrm>
            <a:off x="7183251" y="1689208"/>
            <a:ext cx="1833599" cy="940560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S-4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Déploiement</a:t>
            </a:r>
            <a:r>
              <a:rPr lang="en-US" dirty="0">
                <a:solidFill>
                  <a:schemeClr val="bg1"/>
                </a:solidFill>
              </a:rPr>
              <a:t> tout XXXX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4832A4-5FF7-4968-C484-352C15887CAA}"/>
              </a:ext>
            </a:extLst>
          </p:cNvPr>
          <p:cNvSpPr/>
          <p:nvPr/>
        </p:nvSpPr>
        <p:spPr>
          <a:xfrm>
            <a:off x="8947275" y="4263705"/>
            <a:ext cx="1764024" cy="940560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S-0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Go Live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AD6AAC-2152-2D91-0266-0D245C97FFFF}"/>
              </a:ext>
            </a:extLst>
          </p:cNvPr>
          <p:cNvSpPr/>
          <p:nvPr/>
        </p:nvSpPr>
        <p:spPr>
          <a:xfrm>
            <a:off x="1891179" y="4226051"/>
            <a:ext cx="1764024" cy="940559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S-14 Migration de </a:t>
            </a:r>
            <a:r>
              <a:rPr lang="en-US" dirty="0" err="1">
                <a:solidFill>
                  <a:schemeClr val="bg1"/>
                </a:solidFill>
              </a:rPr>
              <a:t>votre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environement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F625C86-FBCE-FB0C-3496-865E2BAA35FA}"/>
              </a:ext>
            </a:extLst>
          </p:cNvPr>
          <p:cNvSpPr/>
          <p:nvPr/>
        </p:nvSpPr>
        <p:spPr>
          <a:xfrm>
            <a:off x="127155" y="1689209"/>
            <a:ext cx="1764024" cy="940559"/>
          </a:xfrm>
          <a:prstGeom prst="roundRect">
            <a:avLst/>
          </a:prstGeom>
          <a:solidFill>
            <a:srgbClr val="657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Colaboration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IAmi</a:t>
            </a:r>
            <a:r>
              <a:rPr lang="en-US" dirty="0">
                <a:solidFill>
                  <a:schemeClr val="bg1"/>
                </a:solidFill>
              </a:rPr>
              <a:t> et XXXX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150489-921C-2E4E-BDD5-2EEF5628E4DD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5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60025-401D-98BC-81C5-8712FE7D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DA77-5EA1-B53B-D00F-ABBC5103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Objectifs</a:t>
            </a:r>
            <a:r>
              <a:rPr lang="en-US" dirty="0">
                <a:solidFill>
                  <a:srgbClr val="657DEA"/>
                </a:solidFill>
              </a:rPr>
              <a:t> du </a:t>
            </a:r>
            <a:r>
              <a:rPr lang="en-US" dirty="0" err="1">
                <a:solidFill>
                  <a:srgbClr val="657DEA"/>
                </a:solidFill>
              </a:rPr>
              <a:t>déploiement</a:t>
            </a:r>
            <a:r>
              <a:rPr lang="en-US" dirty="0">
                <a:solidFill>
                  <a:srgbClr val="657DEA"/>
                </a:solidFill>
              </a:rPr>
              <a:t> Key Users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08CCB0-BECB-85BF-FAB6-9F3809D13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D3748"/>
                </a:solidFill>
              </a:rPr>
              <a:t>Donner </a:t>
            </a:r>
            <a:r>
              <a:rPr lang="en-US" dirty="0" err="1">
                <a:solidFill>
                  <a:srgbClr val="2D3748"/>
                </a:solidFill>
              </a:rPr>
              <a:t>accès</a:t>
            </a:r>
            <a:r>
              <a:rPr lang="en-US" dirty="0">
                <a:solidFill>
                  <a:srgbClr val="2D3748"/>
                </a:solidFill>
              </a:rPr>
              <a:t> à </a:t>
            </a:r>
            <a:r>
              <a:rPr lang="en-US" dirty="0" err="1">
                <a:solidFill>
                  <a:srgbClr val="2D3748"/>
                </a:solidFill>
              </a:rPr>
              <a:t>l’outil</a:t>
            </a:r>
            <a:r>
              <a:rPr lang="en-US" dirty="0">
                <a:solidFill>
                  <a:srgbClr val="2D3748"/>
                </a:solidFill>
              </a:rPr>
              <a:t> à </a:t>
            </a:r>
            <a:r>
              <a:rPr lang="en-US" dirty="0" err="1">
                <a:solidFill>
                  <a:srgbClr val="2D3748"/>
                </a:solidFill>
              </a:rPr>
              <a:t>tous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vos</a:t>
            </a:r>
            <a:r>
              <a:rPr lang="en-US" dirty="0">
                <a:solidFill>
                  <a:srgbClr val="2D3748"/>
                </a:solidFill>
              </a:rPr>
              <a:t> services</a:t>
            </a:r>
          </a:p>
          <a:p>
            <a:pPr lvl="1"/>
            <a:r>
              <a:rPr lang="en-US" dirty="0" err="1">
                <a:solidFill>
                  <a:srgbClr val="2D3748"/>
                </a:solidFill>
              </a:rPr>
              <a:t>Opérationel</a:t>
            </a:r>
            <a:endParaRPr lang="en-US" dirty="0">
              <a:solidFill>
                <a:srgbClr val="2D3748"/>
              </a:solidFill>
            </a:endParaRPr>
          </a:p>
          <a:p>
            <a:pPr lvl="1"/>
            <a:r>
              <a:rPr lang="en-US" dirty="0" err="1">
                <a:solidFill>
                  <a:srgbClr val="2D3748"/>
                </a:solidFill>
              </a:rPr>
              <a:t>Recrutement</a:t>
            </a:r>
            <a:endParaRPr lang="en-US" dirty="0">
              <a:solidFill>
                <a:srgbClr val="2D3748"/>
              </a:solidFill>
            </a:endParaRPr>
          </a:p>
          <a:p>
            <a:pPr lvl="1"/>
            <a:r>
              <a:rPr lang="en-US" dirty="0">
                <a:solidFill>
                  <a:srgbClr val="2D3748"/>
                </a:solidFill>
              </a:rPr>
              <a:t>Backoffice</a:t>
            </a:r>
          </a:p>
          <a:p>
            <a:r>
              <a:rPr lang="en-US" dirty="0">
                <a:solidFill>
                  <a:srgbClr val="2D3748"/>
                </a:solidFill>
              </a:rPr>
              <a:t>Paramétrer </a:t>
            </a:r>
            <a:r>
              <a:rPr lang="en-US" dirty="0" err="1">
                <a:solidFill>
                  <a:srgbClr val="2D3748"/>
                </a:solidFill>
              </a:rPr>
              <a:t>l’outil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selon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vos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besoins</a:t>
            </a:r>
            <a:r>
              <a:rPr lang="en-US" dirty="0">
                <a:solidFill>
                  <a:srgbClr val="2D3748"/>
                </a:solidFill>
              </a:rPr>
              <a:t> </a:t>
            </a:r>
          </a:p>
          <a:p>
            <a:r>
              <a:rPr lang="en-US" dirty="0">
                <a:solidFill>
                  <a:srgbClr val="2D3748"/>
                </a:solidFill>
              </a:rPr>
              <a:t>Vous </a:t>
            </a:r>
            <a:r>
              <a:rPr lang="en-US" dirty="0" err="1">
                <a:solidFill>
                  <a:srgbClr val="2D3748"/>
                </a:solidFill>
              </a:rPr>
              <a:t>familiariser</a:t>
            </a:r>
            <a:r>
              <a:rPr lang="en-US" dirty="0">
                <a:solidFill>
                  <a:srgbClr val="2D3748"/>
                </a:solidFill>
              </a:rPr>
              <a:t> avec </a:t>
            </a:r>
            <a:r>
              <a:rPr lang="en-US" dirty="0" err="1">
                <a:solidFill>
                  <a:srgbClr val="2D3748"/>
                </a:solidFill>
              </a:rPr>
              <a:t>l’outil</a:t>
            </a:r>
            <a:endParaRPr lang="en-US" dirty="0">
              <a:solidFill>
                <a:srgbClr val="2D3748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77BFBB-B64A-18CF-CBC6-1302A630DFC6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01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66B5B-7B1D-5F4C-471D-D98C290D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7604-45FC-4E70-86D4-0F974E96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Paramétrage</a:t>
            </a:r>
            <a:r>
              <a:rPr lang="en-US" dirty="0">
                <a:solidFill>
                  <a:srgbClr val="657DEA"/>
                </a:solidFill>
              </a:rPr>
              <a:t> de </a:t>
            </a:r>
            <a:r>
              <a:rPr lang="en-US" dirty="0" err="1">
                <a:solidFill>
                  <a:srgbClr val="657DEA"/>
                </a:solidFill>
              </a:rPr>
              <a:t>l’outil</a:t>
            </a:r>
            <a:r>
              <a:rPr lang="en-US" dirty="0">
                <a:solidFill>
                  <a:srgbClr val="657DEA"/>
                </a:solidFill>
              </a:rPr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5AC570-799D-6D37-C08D-14E24BD82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2D3748"/>
                </a:solidFill>
              </a:rPr>
              <a:t>IAmi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s’occupe</a:t>
            </a:r>
            <a:r>
              <a:rPr lang="en-US" dirty="0">
                <a:solidFill>
                  <a:srgbClr val="2D3748"/>
                </a:solidFill>
              </a:rPr>
              <a:t> de </a:t>
            </a:r>
            <a:r>
              <a:rPr lang="en-US" dirty="0" err="1">
                <a:solidFill>
                  <a:srgbClr val="2D3748"/>
                </a:solidFill>
              </a:rPr>
              <a:t>comprendre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votre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environnement</a:t>
            </a:r>
            <a:r>
              <a:rPr lang="en-US" dirty="0">
                <a:solidFill>
                  <a:srgbClr val="2D3748"/>
                </a:solidFill>
              </a:rPr>
              <a:t> technique et met </a:t>
            </a:r>
            <a:r>
              <a:rPr lang="en-US" dirty="0" err="1">
                <a:solidFill>
                  <a:srgbClr val="2D3748"/>
                </a:solidFill>
              </a:rPr>
              <a:t>en</a:t>
            </a:r>
            <a:r>
              <a:rPr lang="en-US" dirty="0">
                <a:solidFill>
                  <a:srgbClr val="2D3748"/>
                </a:solidFill>
              </a:rPr>
              <a:t> place la migration de </a:t>
            </a:r>
            <a:r>
              <a:rPr lang="en-US" dirty="0" err="1">
                <a:solidFill>
                  <a:srgbClr val="2D3748"/>
                </a:solidFill>
              </a:rPr>
              <a:t>toutes</a:t>
            </a:r>
            <a:r>
              <a:rPr lang="en-US" dirty="0">
                <a:solidFill>
                  <a:srgbClr val="2D3748"/>
                </a:solidFill>
              </a:rPr>
              <a:t> les </a:t>
            </a:r>
            <a:r>
              <a:rPr lang="en-US" dirty="0" err="1">
                <a:solidFill>
                  <a:srgbClr val="2D3748"/>
                </a:solidFill>
              </a:rPr>
              <a:t>informations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nécessaires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vers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notre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outil</a:t>
            </a:r>
            <a:endParaRPr lang="en-US" dirty="0">
              <a:solidFill>
                <a:srgbClr val="2D3748"/>
              </a:solidFill>
            </a:endParaRPr>
          </a:p>
          <a:p>
            <a:r>
              <a:rPr lang="en-US" dirty="0" err="1">
                <a:solidFill>
                  <a:srgbClr val="2D3748"/>
                </a:solidFill>
              </a:rPr>
              <a:t>IAmi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est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conçu</a:t>
            </a:r>
            <a:r>
              <a:rPr lang="en-US" dirty="0">
                <a:solidFill>
                  <a:srgbClr val="2D3748"/>
                </a:solidFill>
              </a:rPr>
              <a:t> pour </a:t>
            </a:r>
            <a:r>
              <a:rPr lang="en-US" dirty="0" err="1">
                <a:solidFill>
                  <a:srgbClr val="2D3748"/>
                </a:solidFill>
              </a:rPr>
              <a:t>être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hautement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paramétrable</a:t>
            </a:r>
            <a:r>
              <a:rPr lang="en-US" dirty="0">
                <a:solidFill>
                  <a:srgbClr val="2D3748"/>
                </a:solidFill>
              </a:rPr>
              <a:t> et facile à </a:t>
            </a:r>
            <a:r>
              <a:rPr lang="en-US" dirty="0" err="1">
                <a:solidFill>
                  <a:srgbClr val="2D3748"/>
                </a:solidFill>
              </a:rPr>
              <a:t>mettre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en</a:t>
            </a:r>
            <a:r>
              <a:rPr lang="en-US" dirty="0">
                <a:solidFill>
                  <a:srgbClr val="2D3748"/>
                </a:solidFill>
              </a:rPr>
              <a:t> place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AAEAF95-5960-F86C-A8C1-0F9B19D325E9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397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96</Words>
  <Application>Microsoft Macintosh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Présentation procédure IAmi</vt:lpstr>
      <vt:lpstr>Timeline du déploiement </vt:lpstr>
      <vt:lpstr>Objectifs du déploiement Key Users</vt:lpstr>
      <vt:lpstr>Paramétrage de l’outil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Théo CADENE</dc:creator>
  <cp:lastModifiedBy>Théo CADENE</cp:lastModifiedBy>
  <cp:revision>13</cp:revision>
  <dcterms:created xsi:type="dcterms:W3CDTF">2025-11-24T11:00:38Z</dcterms:created>
  <dcterms:modified xsi:type="dcterms:W3CDTF">2025-11-24T13:47:27Z</dcterms:modified>
</cp:coreProperties>
</file>