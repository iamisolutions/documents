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70" r:id="rId4"/>
    <p:sldId id="264" r:id="rId5"/>
    <p:sldId id="266" r:id="rId6"/>
    <p:sldId id="267" r:id="rId7"/>
    <p:sldId id="268" r:id="rId8"/>
    <p:sldId id="269" r:id="rId9"/>
    <p:sldId id="271" r:id="rId10"/>
    <p:sldId id="272" r:id="rId11"/>
    <p:sldId id="273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7DEB"/>
    <a:srgbClr val="2D37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18"/>
    <p:restoredTop sz="94606"/>
  </p:normalViewPr>
  <p:slideViewPr>
    <p:cSldViewPr snapToGrid="0">
      <p:cViewPr varScale="1">
        <p:scale>
          <a:sx n="161" d="100"/>
          <a:sy n="161" d="100"/>
        </p:scale>
        <p:origin x="13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BE5C2-2EC7-4748-87FA-65B2C2F0562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C6917-4422-574B-94A3-AEEE52961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61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B07E-75AE-D588-396F-5A58E2647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14952-E49C-21C9-D41A-9B4443769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54FC5-AF26-910B-232A-A9FE2A225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4F52-3C69-A14B-83C8-5A197206F61D}" type="datetime1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0956A-4DF5-8814-17A2-60B3042F3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F571-CA65-E21A-0E4F-940F6A26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7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45399-9D90-5930-73B6-D4C80F46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9A1E-C9CF-03F6-32CB-97E460298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AA447-3BA8-5FA1-F7E2-262991741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8D93-DD2B-0A41-9609-BE3EAD452853}" type="datetime1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26EF1-78CC-D5F6-6ECD-6780EC46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DE16E-DB39-C19E-8D31-07AD5AFF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00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8F4CE-9ADE-93AE-24F6-A368EA19C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EB2A-30F9-00CE-D063-8C25BF656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7AE9A-77C3-741C-46D5-BA2E35C1A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F5061-EFE5-304D-8C5F-3D188FDCC0D8}" type="datetime1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028A3-1BD1-3467-2C83-45E603BB9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B0F05-FBF2-D713-CFDA-3871588F2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33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C70D-0025-F8E0-9676-C833018AB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83B4D-0BD9-AA50-D586-06E16EBC0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EF50AE-C171-B046-FF0B-3C8D1415E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D3045-CCAA-E009-46AC-29BDCAA8E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141-F677-A14A-90A5-75299DB0010A}" type="datetime1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27D6B-CE9D-8A51-20EF-7A8621403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8FD68-A89D-0814-7D88-2EE888E85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94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D61A9-AA70-B9C1-BFC4-A744F01F2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0A3DA-892C-B66E-EE9E-14ACE74E4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88D5B-034A-03D6-EE99-72E359BFE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D95A08-A869-52BB-F24D-D0CEAED09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7A47E4-FF3B-C74A-6159-8F798389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045E0C-3ED0-5910-BC98-D40E069DB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93E1-1117-9544-86EC-9C2204EF9035}" type="datetime1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9376B1-DD29-7D1C-F13C-5EDB524F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789E8-F2E8-8679-0F28-7C1B7051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2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AFE59-4781-B121-6BA9-8EF372FC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3B5E8F-C7B5-5C08-00E8-03E10E64B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38F1-2522-FE4B-9B15-4C56A89DA1D8}" type="datetime1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DE82E0-889D-7A9C-5A31-E93957A32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FE812-8BD2-0676-ECF6-7EED4FE82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9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AFBE0C-2B37-0C90-C6CC-707866EB5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BDF46-A08B-7646-8851-EF2F7652388C}" type="datetime1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47D042-9074-00F1-E67B-BCF7E21E9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576B4-23ED-9C31-DA72-62056626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36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3412A-45E3-974C-D63D-7D1744EE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F64FD-D7AB-004F-1633-F1A53456B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24084-9999-E73B-9D57-D515EF3C7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848E5-9E7C-A9AE-E425-F171CC3A1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ED81-2CEF-1D4B-81A2-68C2BC1C7F68}" type="datetime1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69E16-F456-27C1-566E-0F1D6797C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E10EC-2A26-2AD9-9F5F-6C49D5539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08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F0B76-AC55-98BD-EE79-D68559FFE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E42DAC-9808-981D-B5AE-5A0902E7E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91F37-D975-AB39-830C-F84C87D90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4E29A-3A58-D6B5-269D-844299099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D980D-C368-4B4F-B7CF-3DB51187BE34}" type="datetime1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FC7F2-A235-24E8-06A0-6AA09A72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6C29F-214C-EDFA-4624-9ADAE8047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9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DE7DE-F3FD-655B-16DE-2A1ECCC7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65A453-A746-4ABE-E310-94E61CA19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6F39F-A589-A4AD-AD58-57BCC82B7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DF86-10AE-6F43-A611-39A843D9847A}" type="datetime1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E61F8-B14C-C9C9-F670-A0EC4D728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92198-F49B-B814-2947-15D39C7C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51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CEEB26-4C4B-2E2E-9683-DF1551490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829BA-2E14-AE2C-C597-6E4EECF2B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05E9E-8363-66BA-C9CB-93B6014F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B3841-B5B5-124E-8D3F-5A5DF47281E1}" type="datetime1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1E679-F73D-FCCC-8331-6DB711D9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6D76-30EC-E715-41CD-620DF2B2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86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2915DD-13DE-4F97-79A8-E636BB6B1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B3A01-08B5-76AD-E899-3898D3F44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3C560-9616-4100-B239-C6E862DA24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0F650-E617-8F4A-9BF2-8CAAE96133E8}" type="datetime1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BB078-F7AB-1965-4FF8-7EE1EF9FF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IAmi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4754A-5F34-9C99-55CC-161FA952D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5A7F3-A6BE-4F4E-8FC6-F9BB94E42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E14B-E807-8C74-E386-B1AA1BADCA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657DEA"/>
                </a:solidFill>
              </a:rPr>
              <a:t>Procédure</a:t>
            </a:r>
            <a:r>
              <a:rPr lang="en-US" dirty="0">
                <a:solidFill>
                  <a:srgbClr val="657DEA"/>
                </a:solidFill>
              </a:rPr>
              <a:t> </a:t>
            </a:r>
            <a:r>
              <a:rPr lang="en-US" dirty="0" err="1">
                <a:solidFill>
                  <a:srgbClr val="657DEA"/>
                </a:solidFill>
              </a:rPr>
              <a:t>déploiement</a:t>
            </a:r>
            <a:r>
              <a:rPr lang="en-US" dirty="0">
                <a:solidFill>
                  <a:srgbClr val="657DEA"/>
                </a:solidFill>
              </a:rPr>
              <a:t> </a:t>
            </a:r>
            <a:r>
              <a:rPr lang="en-US" dirty="0" err="1">
                <a:solidFill>
                  <a:srgbClr val="657DEA"/>
                </a:solidFill>
              </a:rPr>
              <a:t>IAmi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29D8E-F3D3-5514-D32E-F0AD7BC486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657DEA"/>
                </a:solidFill>
              </a:rPr>
              <a:t>24/11/2025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D357CEB-6433-B9AA-57F7-BE2A41768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E42D1-27CD-C24D-A470-C987B8CE1545}" type="datetime1">
              <a:rPr lang="en-US" smtClean="0"/>
              <a:t>11/24/25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F2CFBB-5AA9-FA9A-FCC6-E1FC6A38F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IAmi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BA9FFA-6642-7814-6D19-3D4875AE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1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9D1325-09E0-0609-DD85-CB92A77812C0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646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8DFD6-7ACE-08B6-4FBD-FE75F5A5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D4CB-8C71-6843-250F-9CEC2ABEA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657DEA"/>
                </a:solidFill>
              </a:rPr>
              <a:t>Sommaire</a:t>
            </a:r>
            <a:endParaRPr lang="en-US" dirty="0">
              <a:solidFill>
                <a:srgbClr val="657DEA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E428A6-768A-E967-96E3-F119632A76B8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9405243-FDB6-C291-FF4E-368600A4F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4B1246-E071-09CF-893F-B558BB5D0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220296"/>
              </p:ext>
            </p:extLst>
          </p:nvPr>
        </p:nvGraphicFramePr>
        <p:xfrm>
          <a:off x="842838" y="1492749"/>
          <a:ext cx="8123362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3362">
                  <a:extLst>
                    <a:ext uri="{9D8B030D-6E8A-4147-A177-3AD203B41FA5}">
                      <a16:colId xmlns:a16="http://schemas.microsoft.com/office/drawing/2014/main" val="1399659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D3748"/>
                          </a:solidFill>
                        </a:rPr>
                        <a:t>1. Les </a:t>
                      </a:r>
                      <a:r>
                        <a:rPr lang="en-US" sz="3200" b="1" dirty="0" err="1">
                          <a:solidFill>
                            <a:srgbClr val="2D3748"/>
                          </a:solidFill>
                        </a:rPr>
                        <a:t>authentifications</a:t>
                      </a:r>
                      <a:endParaRPr lang="en-US" sz="3200" b="1" dirty="0">
                        <a:solidFill>
                          <a:srgbClr val="2D3748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049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1" dirty="0"/>
                        <a:t>2. La </a:t>
                      </a:r>
                      <a:r>
                        <a:rPr lang="en-US" sz="3200" b="1" dirty="0" err="1"/>
                        <a:t>personalisation</a:t>
                      </a:r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38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88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79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13916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46308-7605-12C5-D1DA-5C50E97C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F3D32-37A2-3A42-8F9B-540D828918CA}" type="datetime1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C10B1-1FFB-5724-561A-7C6F9D65A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DF2C7-FDB6-C2EB-41EF-1B8CEBBF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2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4C6DD-0888-DD4C-4D6A-F40391D28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8A59-DA70-F26D-441E-2F54772C5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657DEB"/>
                </a:solidFill>
              </a:rPr>
              <a:t>Sommaire</a:t>
            </a:r>
            <a:endParaRPr lang="en-US" dirty="0">
              <a:solidFill>
                <a:srgbClr val="657DEB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6C1D58-956C-3AF6-6E1F-2AAEADD2DD5E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BD3FDF-1FCB-E18B-570C-2663A090B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DC18D18-6243-9D5B-382C-17710F171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408019"/>
              </p:ext>
            </p:extLst>
          </p:nvPr>
        </p:nvGraphicFramePr>
        <p:xfrm>
          <a:off x="842838" y="1492749"/>
          <a:ext cx="8123362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3362">
                  <a:extLst>
                    <a:ext uri="{9D8B030D-6E8A-4147-A177-3AD203B41FA5}">
                      <a16:colId xmlns:a16="http://schemas.microsoft.com/office/drawing/2014/main" val="1399659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657DEB"/>
                          </a:solidFill>
                        </a:rPr>
                        <a:t>1. Les </a:t>
                      </a:r>
                      <a:r>
                        <a:rPr lang="en-US" sz="3200" b="1" dirty="0" err="1">
                          <a:solidFill>
                            <a:srgbClr val="657DEB"/>
                          </a:solidFill>
                        </a:rPr>
                        <a:t>authentifications</a:t>
                      </a:r>
                      <a:endParaRPr lang="en-US" sz="3200" b="1" dirty="0">
                        <a:solidFill>
                          <a:srgbClr val="657DEB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049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1" dirty="0"/>
                        <a:t>2. La </a:t>
                      </a:r>
                      <a:r>
                        <a:rPr lang="en-US" sz="3200" b="1" dirty="0" err="1"/>
                        <a:t>personalisation</a:t>
                      </a:r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38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88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79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13916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6BBD3-698A-C2D0-6A6F-C4080B9A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F3D32-37A2-3A42-8F9B-540D828918CA}" type="datetime1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E2A61-C692-89B7-65F9-A63E7486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E3404-54CF-20A9-3B76-76CF3A1F7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83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60025-401D-98BC-81C5-8712FE7DF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DA77-5EA1-B53B-D00F-ABBC5103F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657DEA"/>
                </a:solidFill>
              </a:rPr>
              <a:t>1. Les </a:t>
            </a:r>
            <a:r>
              <a:rPr lang="en-US" dirty="0" err="1">
                <a:solidFill>
                  <a:srgbClr val="657DEA"/>
                </a:solidFill>
              </a:rPr>
              <a:t>authentifications</a:t>
            </a:r>
            <a:endParaRPr lang="en-US" dirty="0">
              <a:solidFill>
                <a:srgbClr val="657DEA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A0CE6A-0012-2F77-A196-E9D717957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A22-400D-9B41-A07D-D8142C9589AB}" type="datetime1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42F7E-62DB-386F-7375-320EC8A7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E6CB4-CF50-6931-2AC9-558E687B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4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03E478-64D1-3780-07B2-088D61AF000B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FDD7DDE-1DC9-2899-D3B6-49E74893B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2D3748"/>
                </a:solidFill>
              </a:rPr>
              <a:t>Linkedin</a:t>
            </a:r>
            <a:endParaRPr lang="en-US" b="1" dirty="0">
              <a:solidFill>
                <a:srgbClr val="2D3748"/>
              </a:solidFill>
            </a:endParaRPr>
          </a:p>
          <a:p>
            <a:r>
              <a:rPr lang="en-US" dirty="0">
                <a:solidFill>
                  <a:srgbClr val="2D3748"/>
                </a:solidFill>
              </a:rPr>
              <a:t>Bullet point 1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2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3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01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502FB-5A07-D4A4-5BDA-D79FD17B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5AC19-8956-64EC-3580-A09ABA34C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657DEA"/>
                </a:solidFill>
              </a:rPr>
              <a:t>1. Les </a:t>
            </a:r>
            <a:r>
              <a:rPr lang="en-US" dirty="0" err="1">
                <a:solidFill>
                  <a:srgbClr val="657DEA"/>
                </a:solidFill>
              </a:rPr>
              <a:t>authentifications</a:t>
            </a:r>
            <a:endParaRPr lang="en-US" dirty="0">
              <a:solidFill>
                <a:srgbClr val="657DEA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D3954E-2E59-A550-23B4-6399F68D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A22-400D-9B41-A07D-D8142C9589AB}" type="datetime1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AD118-EB4B-8A6F-44DC-80442F45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1466B8-D6ED-D338-C7C1-8BE18B261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5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01447A-E97C-F393-10C2-19557C05B97E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E2FE45B-BBD2-0D97-7A7A-CCFF15A83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</a:rPr>
              <a:t>Welcome to the jungle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1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2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3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4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2B91E-361F-6822-CF9B-316EA429D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598DA-0B0C-2659-B92D-8B8BC676C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657DEA"/>
                </a:solidFill>
              </a:rPr>
              <a:t>1. Les </a:t>
            </a:r>
            <a:r>
              <a:rPr lang="en-US" dirty="0" err="1">
                <a:solidFill>
                  <a:srgbClr val="657DEA"/>
                </a:solidFill>
              </a:rPr>
              <a:t>authentifications</a:t>
            </a:r>
            <a:endParaRPr lang="en-US" dirty="0">
              <a:solidFill>
                <a:srgbClr val="657DEA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33B2A5-593E-C75B-730C-CE004F7A2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A22-400D-9B41-A07D-D8142C9589AB}" type="datetime1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E03AA0-1B03-FDE9-254E-EFF2E467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482140-5F1C-2EA6-4958-99FE1824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6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E90F74-335E-12F9-11F9-D20590792D82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846ECF3-7D48-5813-AC1F-151F32067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</a:rPr>
              <a:t>Teams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1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2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3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098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B3F68-AD25-06C8-90D1-031C91FE4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A3FD7-3CFE-D0AA-953F-8910C1DEE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657DEA"/>
                </a:solidFill>
              </a:rPr>
              <a:t>1. Les </a:t>
            </a:r>
            <a:r>
              <a:rPr lang="en-US" dirty="0" err="1">
                <a:solidFill>
                  <a:srgbClr val="657DEA"/>
                </a:solidFill>
              </a:rPr>
              <a:t>authentifications</a:t>
            </a:r>
            <a:endParaRPr lang="en-US" dirty="0">
              <a:solidFill>
                <a:srgbClr val="657DEA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A23F6-3B03-9BAD-0722-29E52A44A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A22-400D-9B41-A07D-D8142C9589AB}" type="datetime1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3F53B6-4896-1840-9CD5-4CEFC916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C6439-F7A7-6E7E-AA3C-60CADB59C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7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91B0B4-1CC6-0A3A-47F8-2C4135039F89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811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7CA17-8C78-FBD7-2446-4BDB928FB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B37D-44BB-A369-8AE3-2D35D8929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657DEA"/>
                </a:solidFill>
              </a:rPr>
              <a:t>Sommaire</a:t>
            </a:r>
            <a:endParaRPr lang="en-US" dirty="0">
              <a:solidFill>
                <a:srgbClr val="657DEA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702CF3-EF6F-D81E-1F28-85CF568EEFB2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8FFFC74-E1E4-E827-F6A6-F4AC10979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E257BB-9AF3-B6D8-F577-E08F5E205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236443"/>
              </p:ext>
            </p:extLst>
          </p:nvPr>
        </p:nvGraphicFramePr>
        <p:xfrm>
          <a:off x="842838" y="1492749"/>
          <a:ext cx="8123362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3362">
                  <a:extLst>
                    <a:ext uri="{9D8B030D-6E8A-4147-A177-3AD203B41FA5}">
                      <a16:colId xmlns:a16="http://schemas.microsoft.com/office/drawing/2014/main" val="1399659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2D3748"/>
                          </a:solidFill>
                        </a:rPr>
                        <a:t>1. Les </a:t>
                      </a:r>
                      <a:r>
                        <a:rPr lang="en-US" sz="3200" b="1" dirty="0" err="1">
                          <a:solidFill>
                            <a:srgbClr val="2D3748"/>
                          </a:solidFill>
                        </a:rPr>
                        <a:t>authentifications</a:t>
                      </a:r>
                      <a:endParaRPr lang="en-US" sz="3200" b="1" dirty="0">
                        <a:solidFill>
                          <a:srgbClr val="2D3748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049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rgbClr val="657DEB"/>
                          </a:solidFill>
                        </a:rPr>
                        <a:t>2. La </a:t>
                      </a:r>
                      <a:r>
                        <a:rPr lang="en-US" sz="3200" b="1" dirty="0" err="1">
                          <a:solidFill>
                            <a:srgbClr val="657DEB"/>
                          </a:solidFill>
                        </a:rPr>
                        <a:t>personnalisation</a:t>
                      </a:r>
                      <a:endParaRPr lang="en-US" sz="3200" b="1" dirty="0">
                        <a:solidFill>
                          <a:srgbClr val="657DEB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38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88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79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13916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2B692-1808-4BDE-4552-A3115980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F3D32-37A2-3A42-8F9B-540D828918CA}" type="datetime1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3B712-1254-136C-3F47-8707D39D9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DB919-8D9A-0D9D-7C15-216B54BB1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16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6165-52E2-308E-153C-EB189EA5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B9D7-5961-958A-99E3-C67EDB8C7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657DEA"/>
                </a:solidFill>
              </a:rPr>
              <a:t>2. La </a:t>
            </a:r>
            <a:r>
              <a:rPr lang="en-US" dirty="0" err="1">
                <a:solidFill>
                  <a:srgbClr val="657DEA"/>
                </a:solidFill>
              </a:rPr>
              <a:t>personnalisation</a:t>
            </a:r>
            <a:endParaRPr lang="en-US" dirty="0">
              <a:solidFill>
                <a:srgbClr val="657DEA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A3CB8-0664-43DE-6877-BF430486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A22-400D-9B41-A07D-D8142C9589AB}" type="datetime1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0A642-949D-DA35-FDB1-8BE8ABAB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6330C8-2D2D-F3D5-681A-FE53C022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9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314EE6-6985-5C07-0BD8-04BF33679B73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CB9E138-3197-2B61-E586-DAB9F97DD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2D3748"/>
                </a:solidFill>
              </a:rPr>
              <a:t>Besoins</a:t>
            </a:r>
            <a:endParaRPr lang="en-US" b="1" dirty="0">
              <a:solidFill>
                <a:srgbClr val="2D3748"/>
              </a:solidFill>
            </a:endParaRPr>
          </a:p>
          <a:p>
            <a:r>
              <a:rPr lang="en-US" dirty="0" err="1">
                <a:solidFill>
                  <a:srgbClr val="2D3748"/>
                </a:solidFill>
              </a:rPr>
              <a:t>Depuis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préférences</a:t>
            </a:r>
            <a:r>
              <a:rPr lang="en-US" dirty="0">
                <a:solidFill>
                  <a:srgbClr val="2D3748"/>
                </a:solidFill>
              </a:rPr>
              <a:t> </a:t>
            </a:r>
          </a:p>
          <a:p>
            <a:r>
              <a:rPr lang="en-US" dirty="0">
                <a:solidFill>
                  <a:srgbClr val="2D3748"/>
                </a:solidFill>
              </a:rPr>
              <a:t>3 </a:t>
            </a:r>
            <a:r>
              <a:rPr lang="en-US" dirty="0" err="1">
                <a:solidFill>
                  <a:srgbClr val="2D3748"/>
                </a:solidFill>
              </a:rPr>
              <a:t>statuts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obligatoires</a:t>
            </a:r>
            <a:r>
              <a:rPr lang="en-US" dirty="0">
                <a:solidFill>
                  <a:srgbClr val="2D3748"/>
                </a:solidFill>
              </a:rPr>
              <a:t> que </a:t>
            </a:r>
            <a:r>
              <a:rPr lang="en-US" dirty="0" err="1">
                <a:solidFill>
                  <a:srgbClr val="2D3748"/>
                </a:solidFill>
              </a:rPr>
              <a:t>vous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pouvez</a:t>
            </a:r>
            <a:r>
              <a:rPr lang="en-US" dirty="0">
                <a:solidFill>
                  <a:srgbClr val="2D3748"/>
                </a:solidFill>
              </a:rPr>
              <a:t> toute </a:t>
            </a:r>
            <a:r>
              <a:rPr lang="en-US" dirty="0" err="1">
                <a:solidFill>
                  <a:srgbClr val="2D3748"/>
                </a:solidFill>
              </a:rPr>
              <a:t>fois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renommer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comme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vous</a:t>
            </a:r>
            <a:r>
              <a:rPr lang="en-US" dirty="0">
                <a:solidFill>
                  <a:srgbClr val="2D3748"/>
                </a:solidFill>
              </a:rPr>
              <a:t> le </a:t>
            </a:r>
            <a:r>
              <a:rPr lang="en-US" dirty="0" err="1">
                <a:solidFill>
                  <a:srgbClr val="2D3748"/>
                </a:solidFill>
              </a:rPr>
              <a:t>souhaitez</a:t>
            </a:r>
            <a:endParaRPr lang="en-US" dirty="0">
              <a:solidFill>
                <a:srgbClr val="2D3748"/>
              </a:solidFill>
            </a:endParaRPr>
          </a:p>
          <a:p>
            <a:r>
              <a:rPr lang="en-US" dirty="0" err="1">
                <a:solidFill>
                  <a:srgbClr val="2D3748"/>
                </a:solidFill>
              </a:rPr>
              <a:t>Ajouter</a:t>
            </a:r>
            <a:r>
              <a:rPr lang="en-US" dirty="0">
                <a:solidFill>
                  <a:srgbClr val="2D3748"/>
                </a:solidFill>
              </a:rPr>
              <a:t> </a:t>
            </a:r>
            <a:r>
              <a:rPr lang="en-US" dirty="0" err="1">
                <a:solidFill>
                  <a:srgbClr val="2D3748"/>
                </a:solidFill>
              </a:rPr>
              <a:t>autant</a:t>
            </a:r>
            <a:r>
              <a:rPr lang="en-US" dirty="0">
                <a:solidFill>
                  <a:srgbClr val="2D3748"/>
                </a:solidFill>
              </a:rPr>
              <a:t> de </a:t>
            </a:r>
            <a:r>
              <a:rPr lang="en-US" dirty="0" err="1">
                <a:solidFill>
                  <a:srgbClr val="2D3748"/>
                </a:solidFill>
              </a:rPr>
              <a:t>statut</a:t>
            </a:r>
            <a:r>
              <a:rPr lang="en-US" dirty="0">
                <a:solidFill>
                  <a:srgbClr val="2D3748"/>
                </a:solidFill>
              </a:rPr>
              <a:t> different que </a:t>
            </a:r>
            <a:r>
              <a:rPr lang="en-US" dirty="0" err="1">
                <a:solidFill>
                  <a:srgbClr val="2D3748"/>
                </a:solidFill>
              </a:rPr>
              <a:t>vous</a:t>
            </a:r>
            <a:r>
              <a:rPr lang="en-US" dirty="0">
                <a:solidFill>
                  <a:srgbClr val="2D3748"/>
                </a:solidFill>
              </a:rPr>
              <a:t> le </a:t>
            </a:r>
            <a:r>
              <a:rPr lang="en-US" dirty="0" err="1">
                <a:solidFill>
                  <a:srgbClr val="2D3748"/>
                </a:solidFill>
              </a:rPr>
              <a:t>souhaiter</a:t>
            </a:r>
            <a:endParaRPr lang="en-US" dirty="0">
              <a:solidFill>
                <a:srgbClr val="2D3748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76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DC5AD-51D3-E8D4-2C0B-3E19B72A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916F-8CCE-C879-3A4A-79DF45BDC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657DEA"/>
                </a:solidFill>
              </a:rPr>
              <a:t>2. La </a:t>
            </a:r>
            <a:r>
              <a:rPr lang="en-US" dirty="0" err="1">
                <a:solidFill>
                  <a:srgbClr val="657DEA"/>
                </a:solidFill>
              </a:rPr>
              <a:t>personnalisation</a:t>
            </a:r>
            <a:endParaRPr lang="en-US" dirty="0">
              <a:solidFill>
                <a:srgbClr val="657DEA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0D348-3037-9121-C2F1-5B4CB04B6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A22-400D-9B41-A07D-D8142C9589AB}" type="datetime1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38FAE-E8BA-B113-6EBA-D9F0435D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2D5DE2-487B-2720-39E6-D4A42E824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10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41C792-089F-8442-3027-AAA0D359C5B1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8A8B6B6-0761-E364-1532-58B01E2C3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2D3748"/>
                </a:solidFill>
              </a:rPr>
              <a:t>Profils</a:t>
            </a:r>
            <a:endParaRPr lang="en-US" b="1" dirty="0">
              <a:solidFill>
                <a:srgbClr val="2D3748"/>
              </a:solidFill>
            </a:endParaRPr>
          </a:p>
          <a:p>
            <a:r>
              <a:rPr lang="en-US" dirty="0">
                <a:solidFill>
                  <a:srgbClr val="2D3748"/>
                </a:solidFill>
              </a:rPr>
              <a:t>Bullet point 1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2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3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272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0E4A3-7100-C3A8-07ED-08AE142C4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C92D5-4AA9-4C33-759E-FB16CD131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657DEA"/>
                </a:solidFill>
              </a:rPr>
              <a:t>2. La </a:t>
            </a:r>
            <a:r>
              <a:rPr lang="en-US" dirty="0" err="1">
                <a:solidFill>
                  <a:srgbClr val="657DEA"/>
                </a:solidFill>
              </a:rPr>
              <a:t>personnalisation</a:t>
            </a:r>
            <a:endParaRPr lang="en-US" dirty="0">
              <a:solidFill>
                <a:srgbClr val="657DEA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D73C25-66BD-6F45-219B-A19B6BFF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A22-400D-9B41-A07D-D8142C9589AB}" type="datetime1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AFD14-8243-0796-568B-F201706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IAmi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D413F-20D8-70BD-7387-DFA98332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11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45442B-7F4D-1CF7-77E8-A96D6178DA39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59FF1C-A8B5-4529-5B7E-C82B62566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2D3748"/>
                </a:solidFill>
              </a:rPr>
              <a:t>Alertes</a:t>
            </a:r>
            <a:endParaRPr lang="en-US" b="1" dirty="0">
              <a:solidFill>
                <a:srgbClr val="2D3748"/>
              </a:solidFill>
            </a:endParaRPr>
          </a:p>
          <a:p>
            <a:r>
              <a:rPr lang="en-US" dirty="0">
                <a:solidFill>
                  <a:srgbClr val="2D3748"/>
                </a:solidFill>
              </a:rPr>
              <a:t>Bullet point 1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2</a:t>
            </a:r>
          </a:p>
          <a:p>
            <a:r>
              <a:rPr lang="en-US" dirty="0">
                <a:solidFill>
                  <a:srgbClr val="2D3748"/>
                </a:solidFill>
              </a:rPr>
              <a:t>Bullet point 3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60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7C92-9384-CDF3-B74E-B4F838F8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65B9-E469-38D8-D21D-2912A5215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657DEA"/>
                </a:solidFill>
              </a:rPr>
              <a:t>2. La </a:t>
            </a:r>
            <a:r>
              <a:rPr lang="en-US" dirty="0" err="1">
                <a:solidFill>
                  <a:srgbClr val="657DEA"/>
                </a:solidFill>
              </a:rPr>
              <a:t>personnalisation</a:t>
            </a:r>
            <a:endParaRPr lang="en-US" dirty="0">
              <a:solidFill>
                <a:srgbClr val="657DEA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DB4EE0-6D52-F344-319A-FE797C984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A22-400D-9B41-A07D-D8142C9589AB}" type="datetime1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4FFEC-4492-D78E-646A-8C132461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IAmi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6289C1-B422-6BDF-3E80-2EF2CD94A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5A7F3-A6BE-4F4E-8FC6-F9BB94E42169}" type="slidenum">
              <a:rPr lang="en-US" smtClean="0"/>
              <a:t>12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B89765-CA45-5FBE-88D6-6B5278F901BD}"/>
              </a:ext>
            </a:extLst>
          </p:cNvPr>
          <p:cNvCxnSpPr>
            <a:cxnSpLocks/>
          </p:cNvCxnSpPr>
          <p:nvPr/>
        </p:nvCxnSpPr>
        <p:spPr>
          <a:xfrm>
            <a:off x="-115614" y="6180070"/>
            <a:ext cx="12423227" cy="0"/>
          </a:xfrm>
          <a:prstGeom prst="line">
            <a:avLst/>
          </a:prstGeom>
          <a:ln w="76200">
            <a:solidFill>
              <a:srgbClr val="657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594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177</Words>
  <Application>Microsoft Macintosh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Procédure déploiement IAmi</vt:lpstr>
      <vt:lpstr>Sommaire</vt:lpstr>
      <vt:lpstr>Sommaire</vt:lpstr>
      <vt:lpstr>1. Les authentifications</vt:lpstr>
      <vt:lpstr>1. Les authentifications</vt:lpstr>
      <vt:lpstr>1. Les authentifications</vt:lpstr>
      <vt:lpstr>1. Les authentifications</vt:lpstr>
      <vt:lpstr>Sommaire</vt:lpstr>
      <vt:lpstr>2. La personnalisation</vt:lpstr>
      <vt:lpstr>2. La personnalisation</vt:lpstr>
      <vt:lpstr>2. La personnalisation</vt:lpstr>
      <vt:lpstr>2. La personnalisation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Théo CADENE</dc:creator>
  <cp:lastModifiedBy>Théo CADENE</cp:lastModifiedBy>
  <cp:revision>24</cp:revision>
  <dcterms:created xsi:type="dcterms:W3CDTF">2025-11-24T13:39:51Z</dcterms:created>
  <dcterms:modified xsi:type="dcterms:W3CDTF">2025-11-24T14:43:54Z</dcterms:modified>
</cp:coreProperties>
</file>