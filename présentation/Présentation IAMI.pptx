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notesMasterIdLst>
    <p:notesMasterId r:id="rId9"/>
  </p:notesMasterIdLst>
  <p:handoutMasterIdLst>
    <p:handoutMasterId r:id="rId10"/>
  </p:handoutMasterIdLst>
  <p:sldIdLst>
    <p:sldId id="273" r:id="rId2"/>
    <p:sldId id="274" r:id="rId3"/>
    <p:sldId id="275" r:id="rId4"/>
    <p:sldId id="276" r:id="rId5"/>
    <p:sldId id="278" r:id="rId6"/>
    <p:sldId id="280" r:id="rId7"/>
    <p:sldId id="27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7DEA"/>
    <a:srgbClr val="00223E"/>
    <a:srgbClr val="2D3748"/>
    <a:srgbClr val="657DEB"/>
    <a:srgbClr val="764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07C08-A855-48C5-89E9-82C219E87006}" v="24" dt="2025-11-26T08:57:07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/>
    <p:restoredTop sz="94694"/>
  </p:normalViewPr>
  <p:slideViewPr>
    <p:cSldViewPr snapToGrid="0">
      <p:cViewPr varScale="1">
        <p:scale>
          <a:sx n="101" d="100"/>
          <a:sy n="101" d="100"/>
        </p:scale>
        <p:origin x="11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le TARRAY" userId="e664a25c-4699-4ad8-90d0-be26faffe77d" providerId="ADAL" clId="{D3A5423D-F379-4658-B2EF-D4567B1F3CF7}"/>
    <pc:docChg chg="undo custSel addSld delSld modSld sldOrd modMainMaster">
      <pc:chgData name="Camille TARRAY" userId="e664a25c-4699-4ad8-90d0-be26faffe77d" providerId="ADAL" clId="{D3A5423D-F379-4658-B2EF-D4567B1F3CF7}" dt="2025-11-26T08:57:07.528" v="1025" actId="14826"/>
      <pc:docMkLst>
        <pc:docMk/>
      </pc:docMkLst>
      <pc:sldChg chg="modSp new mod">
        <pc:chgData name="Camille TARRAY" userId="e664a25c-4699-4ad8-90d0-be26faffe77d" providerId="ADAL" clId="{D3A5423D-F379-4658-B2EF-D4567B1F3CF7}" dt="2025-11-25T13:26:43.659" v="932" actId="20577"/>
        <pc:sldMkLst>
          <pc:docMk/>
          <pc:sldMk cId="69308684" sldId="273"/>
        </pc:sldMkLst>
        <pc:spChg chg="mod">
          <ac:chgData name="Camille TARRAY" userId="e664a25c-4699-4ad8-90d0-be26faffe77d" providerId="ADAL" clId="{D3A5423D-F379-4658-B2EF-D4567B1F3CF7}" dt="2025-11-25T13:26:43.659" v="932" actId="20577"/>
          <ac:spMkLst>
            <pc:docMk/>
            <pc:sldMk cId="69308684" sldId="273"/>
            <ac:spMk id="2" creationId="{719C32AE-B9DD-9430-C068-E736BB321FE7}"/>
          </ac:spMkLst>
        </pc:spChg>
      </pc:sldChg>
      <pc:sldChg chg="modSp new mod">
        <pc:chgData name="Camille TARRAY" userId="e664a25c-4699-4ad8-90d0-be26faffe77d" providerId="ADAL" clId="{D3A5423D-F379-4658-B2EF-D4567B1F3CF7}" dt="2025-11-25T09:12:03.150" v="897" actId="6549"/>
        <pc:sldMkLst>
          <pc:docMk/>
          <pc:sldMk cId="33404278" sldId="274"/>
        </pc:sldMkLst>
        <pc:spChg chg="mod">
          <ac:chgData name="Camille TARRAY" userId="e664a25c-4699-4ad8-90d0-be26faffe77d" providerId="ADAL" clId="{D3A5423D-F379-4658-B2EF-D4567B1F3CF7}" dt="2025-11-24T15:21:09.006" v="24" actId="20577"/>
          <ac:spMkLst>
            <pc:docMk/>
            <pc:sldMk cId="33404278" sldId="274"/>
            <ac:spMk id="2" creationId="{1CFEAD7E-5430-1A63-04E4-07A45B994ACB}"/>
          </ac:spMkLst>
        </pc:spChg>
        <pc:spChg chg="mod">
          <ac:chgData name="Camille TARRAY" userId="e664a25c-4699-4ad8-90d0-be26faffe77d" providerId="ADAL" clId="{D3A5423D-F379-4658-B2EF-D4567B1F3CF7}" dt="2025-11-25T09:12:03.150" v="897" actId="6549"/>
          <ac:spMkLst>
            <pc:docMk/>
            <pc:sldMk cId="33404278" sldId="274"/>
            <ac:spMk id="4" creationId="{E1553D94-6353-D33C-2FDD-18B1C9FD038F}"/>
          </ac:spMkLst>
        </pc:spChg>
      </pc:sldChg>
      <pc:sldChg chg="addSp delSp modSp new mod">
        <pc:chgData name="Camille TARRAY" userId="e664a25c-4699-4ad8-90d0-be26faffe77d" providerId="ADAL" clId="{D3A5423D-F379-4658-B2EF-D4567B1F3CF7}" dt="2025-11-25T09:01:21.992" v="857" actId="13926"/>
        <pc:sldMkLst>
          <pc:docMk/>
          <pc:sldMk cId="1671268992" sldId="275"/>
        </pc:sldMkLst>
        <pc:spChg chg="mod">
          <ac:chgData name="Camille TARRAY" userId="e664a25c-4699-4ad8-90d0-be26faffe77d" providerId="ADAL" clId="{D3A5423D-F379-4658-B2EF-D4567B1F3CF7}" dt="2025-11-24T15:22:21.627" v="39" actId="20577"/>
          <ac:spMkLst>
            <pc:docMk/>
            <pc:sldMk cId="1671268992" sldId="275"/>
            <ac:spMk id="2" creationId="{B0F81CEA-B03E-0EAB-B338-3957D174D88E}"/>
          </ac:spMkLst>
        </pc:spChg>
        <pc:spChg chg="add mod">
          <ac:chgData name="Camille TARRAY" userId="e664a25c-4699-4ad8-90d0-be26faffe77d" providerId="ADAL" clId="{D3A5423D-F379-4658-B2EF-D4567B1F3CF7}" dt="2025-11-24T15:39:24.528" v="563" actId="1035"/>
          <ac:spMkLst>
            <pc:docMk/>
            <pc:sldMk cId="1671268992" sldId="275"/>
            <ac:spMk id="5" creationId="{7343E5BC-5A55-D7CC-29CD-ACF0F67991C0}"/>
          </ac:spMkLst>
        </pc:spChg>
        <pc:spChg chg="add mod">
          <ac:chgData name="Camille TARRAY" userId="e664a25c-4699-4ad8-90d0-be26faffe77d" providerId="ADAL" clId="{D3A5423D-F379-4658-B2EF-D4567B1F3CF7}" dt="2025-11-24T15:30:43.649" v="138" actId="1037"/>
          <ac:spMkLst>
            <pc:docMk/>
            <pc:sldMk cId="1671268992" sldId="275"/>
            <ac:spMk id="10" creationId="{11892A18-B9D7-C7CE-036C-4B27348FCF91}"/>
          </ac:spMkLst>
        </pc:spChg>
        <pc:spChg chg="add mod">
          <ac:chgData name="Camille TARRAY" userId="e664a25c-4699-4ad8-90d0-be26faffe77d" providerId="ADAL" clId="{D3A5423D-F379-4658-B2EF-D4567B1F3CF7}" dt="2025-11-24T15:38:45.018" v="542" actId="1035"/>
          <ac:spMkLst>
            <pc:docMk/>
            <pc:sldMk cId="1671268992" sldId="275"/>
            <ac:spMk id="11" creationId="{B8C82851-899D-28D5-285A-6EF54F038BB4}"/>
          </ac:spMkLst>
        </pc:spChg>
        <pc:spChg chg="add mod">
          <ac:chgData name="Camille TARRAY" userId="e664a25c-4699-4ad8-90d0-be26faffe77d" providerId="ADAL" clId="{D3A5423D-F379-4658-B2EF-D4567B1F3CF7}" dt="2025-11-24T15:38:54.480" v="546" actId="1036"/>
          <ac:spMkLst>
            <pc:docMk/>
            <pc:sldMk cId="1671268992" sldId="275"/>
            <ac:spMk id="16" creationId="{DB1580A9-BA23-D131-58E1-FA5773C33DB0}"/>
          </ac:spMkLst>
        </pc:spChg>
        <pc:spChg chg="add mod">
          <ac:chgData name="Camille TARRAY" userId="e664a25c-4699-4ad8-90d0-be26faffe77d" providerId="ADAL" clId="{D3A5423D-F379-4658-B2EF-D4567B1F3CF7}" dt="2025-11-25T09:01:20.486" v="854" actId="207"/>
          <ac:spMkLst>
            <pc:docMk/>
            <pc:sldMk cId="1671268992" sldId="275"/>
            <ac:spMk id="17" creationId="{421C74E7-4BF3-ABA3-D837-577E6D2719E6}"/>
          </ac:spMkLst>
        </pc:spChg>
        <pc:spChg chg="add mod">
          <ac:chgData name="Camille TARRAY" userId="e664a25c-4699-4ad8-90d0-be26faffe77d" providerId="ADAL" clId="{D3A5423D-F379-4658-B2EF-D4567B1F3CF7}" dt="2025-11-24T15:29:21.257" v="105" actId="1076"/>
          <ac:spMkLst>
            <pc:docMk/>
            <pc:sldMk cId="1671268992" sldId="275"/>
            <ac:spMk id="18" creationId="{5AF6E946-967A-9993-DC98-5101578B3DE0}"/>
          </ac:spMkLst>
        </pc:spChg>
        <pc:spChg chg="add mod">
          <ac:chgData name="Camille TARRAY" userId="e664a25c-4699-4ad8-90d0-be26faffe77d" providerId="ADAL" clId="{D3A5423D-F379-4658-B2EF-D4567B1F3CF7}" dt="2025-11-24T15:38:38.620" v="534" actId="1036"/>
          <ac:spMkLst>
            <pc:docMk/>
            <pc:sldMk cId="1671268992" sldId="275"/>
            <ac:spMk id="19" creationId="{7F25DE8F-50FA-B13E-6DE1-237BA04044A8}"/>
          </ac:spMkLst>
        </pc:spChg>
        <pc:spChg chg="add mod">
          <ac:chgData name="Camille TARRAY" userId="e664a25c-4699-4ad8-90d0-be26faffe77d" providerId="ADAL" clId="{D3A5423D-F379-4658-B2EF-D4567B1F3CF7}" dt="2025-11-24T15:39:01.607" v="556" actId="1035"/>
          <ac:spMkLst>
            <pc:docMk/>
            <pc:sldMk cId="1671268992" sldId="275"/>
            <ac:spMk id="20" creationId="{A24C795B-1A8D-5C84-6A7B-39ECBFD1E57A}"/>
          </ac:spMkLst>
        </pc:spChg>
        <pc:spChg chg="add mod">
          <ac:chgData name="Camille TARRAY" userId="e664a25c-4699-4ad8-90d0-be26faffe77d" providerId="ADAL" clId="{D3A5423D-F379-4658-B2EF-D4567B1F3CF7}" dt="2025-11-25T09:01:21.992" v="857" actId="13926"/>
          <ac:spMkLst>
            <pc:docMk/>
            <pc:sldMk cId="1671268992" sldId="275"/>
            <ac:spMk id="21" creationId="{B69DF759-9AAC-1DC5-D712-D2FBBDAE38F0}"/>
          </ac:spMkLst>
        </pc:spChg>
        <pc:spChg chg="add mod">
          <ac:chgData name="Camille TARRAY" userId="e664a25c-4699-4ad8-90d0-be26faffe77d" providerId="ADAL" clId="{D3A5423D-F379-4658-B2EF-D4567B1F3CF7}" dt="2025-11-24T15:31:24.280" v="178" actId="1076"/>
          <ac:spMkLst>
            <pc:docMk/>
            <pc:sldMk cId="1671268992" sldId="275"/>
            <ac:spMk id="22" creationId="{405F1393-427D-11E7-EA8F-84CAD032D1B1}"/>
          </ac:spMkLst>
        </pc:spChg>
        <pc:spChg chg="add mod">
          <ac:chgData name="Camille TARRAY" userId="e664a25c-4699-4ad8-90d0-be26faffe77d" providerId="ADAL" clId="{D3A5423D-F379-4658-B2EF-D4567B1F3CF7}" dt="2025-11-24T15:31:30.949" v="179" actId="571"/>
          <ac:spMkLst>
            <pc:docMk/>
            <pc:sldMk cId="1671268992" sldId="275"/>
            <ac:spMk id="23" creationId="{E2277811-5C28-67E4-003B-39B12CEA2747}"/>
          </ac:spMkLst>
        </pc:spChg>
        <pc:spChg chg="add mod">
          <ac:chgData name="Camille TARRAY" userId="e664a25c-4699-4ad8-90d0-be26faffe77d" providerId="ADAL" clId="{D3A5423D-F379-4658-B2EF-D4567B1F3CF7}" dt="2025-11-24T15:38:54.480" v="546" actId="1036"/>
          <ac:spMkLst>
            <pc:docMk/>
            <pc:sldMk cId="1671268992" sldId="275"/>
            <ac:spMk id="24" creationId="{D35CC193-3B34-ABF6-5C3B-C5753E0C0D55}"/>
          </ac:spMkLst>
        </pc:spChg>
        <pc:spChg chg="add mod">
          <ac:chgData name="Camille TARRAY" userId="e664a25c-4699-4ad8-90d0-be26faffe77d" providerId="ADAL" clId="{D3A5423D-F379-4658-B2EF-D4567B1F3CF7}" dt="2025-11-24T16:37:58.799" v="702" actId="207"/>
          <ac:spMkLst>
            <pc:docMk/>
            <pc:sldMk cId="1671268992" sldId="275"/>
            <ac:spMk id="25" creationId="{D35C96B3-BA02-1881-040B-AB6A28718C64}"/>
          </ac:spMkLst>
        </pc:spChg>
        <pc:spChg chg="add mod">
          <ac:chgData name="Camille TARRAY" userId="e664a25c-4699-4ad8-90d0-be26faffe77d" providerId="ADAL" clId="{D3A5423D-F379-4658-B2EF-D4567B1F3CF7}" dt="2025-11-24T15:38:45.018" v="542" actId="1035"/>
          <ac:spMkLst>
            <pc:docMk/>
            <pc:sldMk cId="1671268992" sldId="275"/>
            <ac:spMk id="26" creationId="{4DBAECAC-2312-6B97-5982-1D591790D85E}"/>
          </ac:spMkLst>
        </pc:spChg>
        <pc:spChg chg="add mod">
          <ac:chgData name="Camille TARRAY" userId="e664a25c-4699-4ad8-90d0-be26faffe77d" providerId="ADAL" clId="{D3A5423D-F379-4658-B2EF-D4567B1F3CF7}" dt="2025-11-24T15:38:38.620" v="534" actId="1036"/>
          <ac:spMkLst>
            <pc:docMk/>
            <pc:sldMk cId="1671268992" sldId="275"/>
            <ac:spMk id="27" creationId="{238CAAF1-7831-EB91-30FA-842A47E467FA}"/>
          </ac:spMkLst>
        </pc:spChg>
        <pc:spChg chg="add mod">
          <ac:chgData name="Camille TARRAY" userId="e664a25c-4699-4ad8-90d0-be26faffe77d" providerId="ADAL" clId="{D3A5423D-F379-4658-B2EF-D4567B1F3CF7}" dt="2025-11-24T15:40:50.651" v="565" actId="20577"/>
          <ac:spMkLst>
            <pc:docMk/>
            <pc:sldMk cId="1671268992" sldId="275"/>
            <ac:spMk id="28" creationId="{2C8009A7-53BA-8333-9D58-8516BD1354BA}"/>
          </ac:spMkLst>
        </pc:spChg>
        <pc:spChg chg="add mod">
          <ac:chgData name="Camille TARRAY" userId="e664a25c-4699-4ad8-90d0-be26faffe77d" providerId="ADAL" clId="{D3A5423D-F379-4658-B2EF-D4567B1F3CF7}" dt="2025-11-24T16:38:01.250" v="703" actId="207"/>
          <ac:spMkLst>
            <pc:docMk/>
            <pc:sldMk cId="1671268992" sldId="275"/>
            <ac:spMk id="29" creationId="{F793372A-BADA-BC00-648D-36A227066426}"/>
          </ac:spMkLst>
        </pc:spChg>
      </pc:sldChg>
      <pc:sldChg chg="addSp delSp modSp new mod">
        <pc:chgData name="Camille TARRAY" userId="e664a25c-4699-4ad8-90d0-be26faffe77d" providerId="ADAL" clId="{D3A5423D-F379-4658-B2EF-D4567B1F3CF7}" dt="2025-11-26T08:56:24.458" v="1023" actId="478"/>
        <pc:sldMkLst>
          <pc:docMk/>
          <pc:sldMk cId="825479338" sldId="276"/>
        </pc:sldMkLst>
        <pc:spChg chg="mod">
          <ac:chgData name="Camille TARRAY" userId="e664a25c-4699-4ad8-90d0-be26faffe77d" providerId="ADAL" clId="{D3A5423D-F379-4658-B2EF-D4567B1F3CF7}" dt="2025-11-24T15:42:10.382" v="575"/>
          <ac:spMkLst>
            <pc:docMk/>
            <pc:sldMk cId="825479338" sldId="276"/>
            <ac:spMk id="3" creationId="{8D4D2970-E32F-9CC6-EDF1-90ADCCC895C0}"/>
          </ac:spMkLst>
        </pc:spChg>
        <pc:picChg chg="add del mod">
          <ac:chgData name="Camille TARRAY" userId="e664a25c-4699-4ad8-90d0-be26faffe77d" providerId="ADAL" clId="{D3A5423D-F379-4658-B2EF-D4567B1F3CF7}" dt="2025-11-26T08:56:24.458" v="1023" actId="478"/>
          <ac:picMkLst>
            <pc:docMk/>
            <pc:sldMk cId="825479338" sldId="276"/>
            <ac:picMk id="4" creationId="{7FE4F2A7-149E-7597-6338-4348FC7DB5F1}"/>
          </ac:picMkLst>
        </pc:picChg>
      </pc:sldChg>
      <pc:sldChg chg="modSp new mod">
        <pc:chgData name="Camille TARRAY" userId="e664a25c-4699-4ad8-90d0-be26faffe77d" providerId="ADAL" clId="{D3A5423D-F379-4658-B2EF-D4567B1F3CF7}" dt="2025-11-25T08:55:15.053" v="841" actId="20577"/>
        <pc:sldMkLst>
          <pc:docMk/>
          <pc:sldMk cId="1609462178" sldId="278"/>
        </pc:sldMkLst>
        <pc:spChg chg="mod">
          <ac:chgData name="Camille TARRAY" userId="e664a25c-4699-4ad8-90d0-be26faffe77d" providerId="ADAL" clId="{D3A5423D-F379-4658-B2EF-D4567B1F3CF7}" dt="2025-11-24T15:42:40.264" v="620" actId="20577"/>
          <ac:spMkLst>
            <pc:docMk/>
            <pc:sldMk cId="1609462178" sldId="278"/>
            <ac:spMk id="2" creationId="{ED708C7D-C8F2-B539-3656-2C6D775D0AB0}"/>
          </ac:spMkLst>
        </pc:spChg>
        <pc:spChg chg="mod">
          <ac:chgData name="Camille TARRAY" userId="e664a25c-4699-4ad8-90d0-be26faffe77d" providerId="ADAL" clId="{D3A5423D-F379-4658-B2EF-D4567B1F3CF7}" dt="2025-11-25T08:55:15.053" v="841" actId="20577"/>
          <ac:spMkLst>
            <pc:docMk/>
            <pc:sldMk cId="1609462178" sldId="278"/>
            <ac:spMk id="4" creationId="{838D9340-33BC-1065-218E-C06B808295E3}"/>
          </ac:spMkLst>
        </pc:spChg>
      </pc:sldChg>
      <pc:sldChg chg="addSp modSp new mod ord">
        <pc:chgData name="Camille TARRAY" userId="e664a25c-4699-4ad8-90d0-be26faffe77d" providerId="ADAL" clId="{D3A5423D-F379-4658-B2EF-D4567B1F3CF7}" dt="2025-11-26T08:52:49.526" v="1003" actId="1036"/>
        <pc:sldMkLst>
          <pc:docMk/>
          <pc:sldMk cId="2462196277" sldId="279"/>
        </pc:sldMkLst>
        <pc:spChg chg="add mod">
          <ac:chgData name="Camille TARRAY" userId="e664a25c-4699-4ad8-90d0-be26faffe77d" providerId="ADAL" clId="{D3A5423D-F379-4658-B2EF-D4567B1F3CF7}" dt="2025-11-26T08:52:49.526" v="1003" actId="1036"/>
          <ac:spMkLst>
            <pc:docMk/>
            <pc:sldMk cId="2462196277" sldId="279"/>
            <ac:spMk id="2" creationId="{956494E4-6204-CE12-1F7A-974E7ABC1CDA}"/>
          </ac:spMkLst>
        </pc:spChg>
      </pc:sldChg>
      <pc:sldChg chg="addSp delSp modSp add mod">
        <pc:chgData name="Camille TARRAY" userId="e664a25c-4699-4ad8-90d0-be26faffe77d" providerId="ADAL" clId="{D3A5423D-F379-4658-B2EF-D4567B1F3CF7}" dt="2025-11-26T08:52:23.953" v="956"/>
        <pc:sldMkLst>
          <pc:docMk/>
          <pc:sldMk cId="3958985129" sldId="280"/>
        </pc:sldMkLst>
        <pc:spChg chg="add mod">
          <ac:chgData name="Camille TARRAY" userId="e664a25c-4699-4ad8-90d0-be26faffe77d" providerId="ADAL" clId="{D3A5423D-F379-4658-B2EF-D4567B1F3CF7}" dt="2025-11-24T15:44:16.869" v="653" actId="27636"/>
          <ac:spMkLst>
            <pc:docMk/>
            <pc:sldMk cId="3958985129" sldId="280"/>
            <ac:spMk id="2" creationId="{053AB17E-8A97-6521-C7E8-1114118EEA08}"/>
          </ac:spMkLst>
        </pc:spChg>
        <pc:spChg chg="mod">
          <ac:chgData name="Camille TARRAY" userId="e664a25c-4699-4ad8-90d0-be26faffe77d" providerId="ADAL" clId="{D3A5423D-F379-4658-B2EF-D4567B1F3CF7}" dt="2025-11-26T08:52:23.953" v="956"/>
          <ac:spMkLst>
            <pc:docMk/>
            <pc:sldMk cId="3958985129" sldId="280"/>
            <ac:spMk id="3" creationId="{8F42B0BF-A6FF-D20B-A01B-8337284CB7C9}"/>
          </ac:spMkLst>
        </pc:spChg>
        <pc:picChg chg="add del">
          <ac:chgData name="Camille TARRAY" userId="e664a25c-4699-4ad8-90d0-be26faffe77d" providerId="ADAL" clId="{D3A5423D-F379-4658-B2EF-D4567B1F3CF7}" dt="2025-11-25T08:50:01.702" v="725" actId="478"/>
          <ac:picMkLst>
            <pc:docMk/>
            <pc:sldMk cId="3958985129" sldId="280"/>
            <ac:picMk id="5" creationId="{FE585051-1181-E543-7353-E7CBC2DEA400}"/>
          </ac:picMkLst>
        </pc:picChg>
        <pc:picChg chg="add mod">
          <ac:chgData name="Camille TARRAY" userId="e664a25c-4699-4ad8-90d0-be26faffe77d" providerId="ADAL" clId="{D3A5423D-F379-4658-B2EF-D4567B1F3CF7}" dt="2025-11-25T08:51:03.449" v="771" actId="1036"/>
          <ac:picMkLst>
            <pc:docMk/>
            <pc:sldMk cId="3958985129" sldId="280"/>
            <ac:picMk id="7" creationId="{200553D2-9E2B-F336-0180-C2D17E121637}"/>
          </ac:picMkLst>
        </pc:picChg>
      </pc:sldChg>
      <pc:sldChg chg="modSp add del mod">
        <pc:chgData name="Camille TARRAY" userId="e664a25c-4699-4ad8-90d0-be26faffe77d" providerId="ADAL" clId="{D3A5423D-F379-4658-B2EF-D4567B1F3CF7}" dt="2025-11-25T08:55:00.636" v="840" actId="47"/>
        <pc:sldMkLst>
          <pc:docMk/>
          <pc:sldMk cId="2845860595" sldId="281"/>
        </pc:sldMkLst>
        <pc:spChg chg="mod">
          <ac:chgData name="Camille TARRAY" userId="e664a25c-4699-4ad8-90d0-be26faffe77d" providerId="ADAL" clId="{D3A5423D-F379-4658-B2EF-D4567B1F3CF7}" dt="2025-11-25T08:54:58.003" v="837" actId="1076"/>
          <ac:spMkLst>
            <pc:docMk/>
            <pc:sldMk cId="2845860595" sldId="281"/>
            <ac:spMk id="20" creationId="{98DAF920-E4DB-2153-B49A-A11665E43397}"/>
          </ac:spMkLst>
        </pc:spChg>
        <pc:spChg chg="mod">
          <ac:chgData name="Camille TARRAY" userId="e664a25c-4699-4ad8-90d0-be26faffe77d" providerId="ADAL" clId="{D3A5423D-F379-4658-B2EF-D4567B1F3CF7}" dt="2025-11-25T08:54:58.967" v="839" actId="14100"/>
          <ac:spMkLst>
            <pc:docMk/>
            <pc:sldMk cId="2845860595" sldId="281"/>
            <ac:spMk id="21" creationId="{04877DDE-F4DF-1B97-8F63-4880FC8A3D3C}"/>
          </ac:spMkLst>
        </pc:spChg>
      </pc:sldChg>
      <pc:sldMasterChg chg="modSldLayout">
        <pc:chgData name="Camille TARRAY" userId="e664a25c-4699-4ad8-90d0-be26faffe77d" providerId="ADAL" clId="{D3A5423D-F379-4658-B2EF-D4567B1F3CF7}" dt="2025-11-26T08:57:07.528" v="1025" actId="14826"/>
        <pc:sldMasterMkLst>
          <pc:docMk/>
          <pc:sldMasterMk cId="3938415757" sldId="2147483936"/>
        </pc:sldMasterMkLst>
        <pc:sldLayoutChg chg="addSp delSp modSp mod">
          <pc:chgData name="Camille TARRAY" userId="e664a25c-4699-4ad8-90d0-be26faffe77d" providerId="ADAL" clId="{D3A5423D-F379-4658-B2EF-D4567B1F3CF7}" dt="2025-11-26T08:53:12.184" v="1018" actId="1036"/>
          <pc:sldLayoutMkLst>
            <pc:docMk/>
            <pc:sldMasterMk cId="3938415757" sldId="2147483936"/>
            <pc:sldLayoutMk cId="1919068324" sldId="2147483938"/>
          </pc:sldLayoutMkLst>
          <pc:picChg chg="add del mod">
            <ac:chgData name="Camille TARRAY" userId="e664a25c-4699-4ad8-90d0-be26faffe77d" providerId="ADAL" clId="{D3A5423D-F379-4658-B2EF-D4567B1F3CF7}" dt="2025-11-26T08:51:28.576" v="941" actId="478"/>
            <ac:picMkLst>
              <pc:docMk/>
              <pc:sldMasterMk cId="3938415757" sldId="2147483936"/>
              <pc:sldLayoutMk cId="1919068324" sldId="2147483938"/>
              <ac:picMk id="8" creationId="{3E365BFC-6310-F90D-4138-2772F2FAF0E1}"/>
            </ac:picMkLst>
          </pc:picChg>
          <pc:picChg chg="add mod">
            <ac:chgData name="Camille TARRAY" userId="e664a25c-4699-4ad8-90d0-be26faffe77d" providerId="ADAL" clId="{D3A5423D-F379-4658-B2EF-D4567B1F3CF7}" dt="2025-11-26T08:53:12.184" v="1018" actId="1036"/>
            <ac:picMkLst>
              <pc:docMk/>
              <pc:sldMasterMk cId="3938415757" sldId="2147483936"/>
              <pc:sldLayoutMk cId="1919068324" sldId="2147483938"/>
              <ac:picMk id="10" creationId="{16727489-69F7-0CBD-92A2-AACE2C24BF33}"/>
            </ac:picMkLst>
          </pc:picChg>
          <pc:picChg chg="add del mod">
            <ac:chgData name="Camille TARRAY" userId="e664a25c-4699-4ad8-90d0-be26faffe77d" providerId="ADAL" clId="{D3A5423D-F379-4658-B2EF-D4567B1F3CF7}" dt="2025-11-25T13:26:30.983" v="924" actId="478"/>
            <ac:picMkLst>
              <pc:docMk/>
              <pc:sldMasterMk cId="3938415757" sldId="2147483936"/>
              <pc:sldLayoutMk cId="1919068324" sldId="2147483938"/>
              <ac:picMk id="16" creationId="{E379747D-D416-BA46-C8C3-AE48E56EDAB7}"/>
            </ac:picMkLst>
          </pc:picChg>
        </pc:sldLayoutChg>
        <pc:sldLayoutChg chg="addSp delSp modSp mod">
          <pc:chgData name="Camille TARRAY" userId="e664a25c-4699-4ad8-90d0-be26faffe77d" providerId="ADAL" clId="{D3A5423D-F379-4658-B2EF-D4567B1F3CF7}" dt="2025-11-26T08:52:08.816" v="953" actId="12"/>
          <pc:sldLayoutMkLst>
            <pc:docMk/>
            <pc:sldMasterMk cId="3938415757" sldId="2147483936"/>
            <pc:sldLayoutMk cId="618909772" sldId="2147483941"/>
          </pc:sldLayoutMkLst>
          <pc:spChg chg="mod">
            <ac:chgData name="Camille TARRAY" userId="e664a25c-4699-4ad8-90d0-be26faffe77d" providerId="ADAL" clId="{D3A5423D-F379-4658-B2EF-D4567B1F3CF7}" dt="2025-11-26T08:52:08.816" v="953" actId="12"/>
            <ac:spMkLst>
              <pc:docMk/>
              <pc:sldMasterMk cId="3938415757" sldId="2147483936"/>
              <pc:sldLayoutMk cId="618909772" sldId="2147483941"/>
              <ac:spMk id="4" creationId="{BD8AEF41-C20D-4010-9963-74A5F5D93256}"/>
            </ac:spMkLst>
          </pc:spChg>
          <pc:picChg chg="add mod">
            <ac:chgData name="Camille TARRAY" userId="e664a25c-4699-4ad8-90d0-be26faffe77d" providerId="ADAL" clId="{D3A5423D-F379-4658-B2EF-D4567B1F3CF7}" dt="2025-11-26T08:51:46.798" v="947" actId="1076"/>
            <ac:picMkLst>
              <pc:docMk/>
              <pc:sldMasterMk cId="3938415757" sldId="2147483936"/>
              <pc:sldLayoutMk cId="618909772" sldId="2147483941"/>
              <ac:picMk id="7" creationId="{370CF064-A7CB-C46F-680A-C0C564C32186}"/>
            </ac:picMkLst>
          </pc:picChg>
          <pc:picChg chg="add del mod">
            <ac:chgData name="Camille TARRAY" userId="e664a25c-4699-4ad8-90d0-be26faffe77d" providerId="ADAL" clId="{D3A5423D-F379-4658-B2EF-D4567B1F3CF7}" dt="2025-11-25T12:56:41.370" v="909" actId="478"/>
            <ac:picMkLst>
              <pc:docMk/>
              <pc:sldMasterMk cId="3938415757" sldId="2147483936"/>
              <pc:sldLayoutMk cId="618909772" sldId="2147483941"/>
              <ac:picMk id="7" creationId="{7F0C41FA-2110-4998-839F-CE2BA0EFDDB8}"/>
            </ac:picMkLst>
          </pc:picChg>
          <pc:picChg chg="add del mod">
            <ac:chgData name="Camille TARRAY" userId="e664a25c-4699-4ad8-90d0-be26faffe77d" providerId="ADAL" clId="{D3A5423D-F379-4658-B2EF-D4567B1F3CF7}" dt="2025-11-25T12:56:50.512" v="913" actId="21"/>
            <ac:picMkLst>
              <pc:docMk/>
              <pc:sldMasterMk cId="3938415757" sldId="2147483936"/>
              <pc:sldLayoutMk cId="618909772" sldId="2147483941"/>
              <ac:picMk id="8" creationId="{EF2097A5-2094-4320-C7B4-164E387CBCAB}"/>
            </ac:picMkLst>
          </pc:picChg>
          <pc:picChg chg="add del mod">
            <ac:chgData name="Camille TARRAY" userId="e664a25c-4699-4ad8-90d0-be26faffe77d" providerId="ADAL" clId="{D3A5423D-F379-4658-B2EF-D4567B1F3CF7}" dt="2025-11-25T13:26:34.425" v="925" actId="478"/>
            <ac:picMkLst>
              <pc:docMk/>
              <pc:sldMasterMk cId="3938415757" sldId="2147483936"/>
              <pc:sldLayoutMk cId="618909772" sldId="2147483941"/>
              <ac:picMk id="9" creationId="{EF2097A5-2094-4320-C7B4-164E387CBCAB}"/>
            </ac:picMkLst>
          </pc:picChg>
          <pc:picChg chg="add del mod">
            <ac:chgData name="Camille TARRAY" userId="e664a25c-4699-4ad8-90d0-be26faffe77d" providerId="ADAL" clId="{D3A5423D-F379-4658-B2EF-D4567B1F3CF7}" dt="2025-11-25T09:00:09.060" v="844" actId="21"/>
            <ac:picMkLst>
              <pc:docMk/>
              <pc:sldMasterMk cId="3938415757" sldId="2147483936"/>
              <pc:sldLayoutMk cId="618909772" sldId="2147483941"/>
              <ac:picMk id="10" creationId="{D7443DB5-AC59-392C-FBF1-64F45570FCC0}"/>
            </ac:picMkLst>
          </pc:picChg>
        </pc:sldLayoutChg>
        <pc:sldLayoutChg chg="addSp delSp modSp mod">
          <pc:chgData name="Camille TARRAY" userId="e664a25c-4699-4ad8-90d0-be26faffe77d" providerId="ADAL" clId="{D3A5423D-F379-4658-B2EF-D4567B1F3CF7}" dt="2025-11-26T08:52:21.292" v="955" actId="12"/>
          <pc:sldLayoutMkLst>
            <pc:docMk/>
            <pc:sldMasterMk cId="3938415757" sldId="2147483936"/>
            <pc:sldLayoutMk cId="3064631648" sldId="2147483943"/>
          </pc:sldLayoutMkLst>
          <pc:spChg chg="mod">
            <ac:chgData name="Camille TARRAY" userId="e664a25c-4699-4ad8-90d0-be26faffe77d" providerId="ADAL" clId="{D3A5423D-F379-4658-B2EF-D4567B1F3CF7}" dt="2025-11-26T08:52:21.292" v="955" actId="12"/>
            <ac:spMkLst>
              <pc:docMk/>
              <pc:sldMasterMk cId="3938415757" sldId="2147483936"/>
              <pc:sldLayoutMk cId="3064631648" sldId="2147483943"/>
              <ac:spMk id="10" creationId="{1476A483-7906-4C33-8DCD-4599C5B09124}"/>
            </ac:spMkLst>
          </pc:spChg>
          <pc:picChg chg="add mod">
            <ac:chgData name="Camille TARRAY" userId="e664a25c-4699-4ad8-90d0-be26faffe77d" providerId="ADAL" clId="{D3A5423D-F379-4658-B2EF-D4567B1F3CF7}" dt="2025-11-26T08:51:48.807" v="948"/>
            <ac:picMkLst>
              <pc:docMk/>
              <pc:sldMasterMk cId="3938415757" sldId="2147483936"/>
              <pc:sldLayoutMk cId="3064631648" sldId="2147483943"/>
              <ac:picMk id="5" creationId="{22021213-732A-D67C-C6C1-9161C311A51F}"/>
            </ac:picMkLst>
          </pc:picChg>
          <pc:picChg chg="add del mod">
            <ac:chgData name="Camille TARRAY" userId="e664a25c-4699-4ad8-90d0-be26faffe77d" providerId="ADAL" clId="{D3A5423D-F379-4658-B2EF-D4567B1F3CF7}" dt="2025-11-25T12:56:54.798" v="915" actId="478"/>
            <ac:picMkLst>
              <pc:docMk/>
              <pc:sldMasterMk cId="3938415757" sldId="2147483936"/>
              <pc:sldLayoutMk cId="3064631648" sldId="2147483943"/>
              <ac:picMk id="5" creationId="{D7443DB5-AC59-392C-FBF1-64F45570FCC0}"/>
            </ac:picMkLst>
          </pc:picChg>
          <pc:picChg chg="add del mod">
            <ac:chgData name="Camille TARRAY" userId="e664a25c-4699-4ad8-90d0-be26faffe77d" providerId="ADAL" clId="{D3A5423D-F379-4658-B2EF-D4567B1F3CF7}" dt="2025-11-25T09:00:11.516" v="845" actId="478"/>
            <ac:picMkLst>
              <pc:docMk/>
              <pc:sldMasterMk cId="3938415757" sldId="2147483936"/>
              <pc:sldLayoutMk cId="3064631648" sldId="2147483943"/>
              <ac:picMk id="8" creationId="{50127D83-BE08-4A64-2F93-0D7BAA9040FE}"/>
            </ac:picMkLst>
          </pc:picChg>
          <pc:picChg chg="add del mod">
            <ac:chgData name="Camille TARRAY" userId="e664a25c-4699-4ad8-90d0-be26faffe77d" providerId="ADAL" clId="{D3A5423D-F379-4658-B2EF-D4567B1F3CF7}" dt="2025-11-25T13:26:36.069" v="926" actId="478"/>
            <ac:picMkLst>
              <pc:docMk/>
              <pc:sldMasterMk cId="3938415757" sldId="2147483936"/>
              <pc:sldLayoutMk cId="3064631648" sldId="2147483943"/>
              <ac:picMk id="8" creationId="{C62E9BA4-DEC9-7EEC-F465-D8C60E463561}"/>
            </ac:picMkLst>
          </pc:picChg>
        </pc:sldLayoutChg>
        <pc:sldLayoutChg chg="addSp delSp modSp mod">
          <pc:chgData name="Camille TARRAY" userId="e664a25c-4699-4ad8-90d0-be26faffe77d" providerId="ADAL" clId="{D3A5423D-F379-4658-B2EF-D4567B1F3CF7}" dt="2025-11-26T08:51:53.951" v="951" actId="14100"/>
          <pc:sldLayoutMkLst>
            <pc:docMk/>
            <pc:sldMasterMk cId="3938415757" sldId="2147483936"/>
            <pc:sldLayoutMk cId="2831008951" sldId="2147483944"/>
          </pc:sldLayoutMkLst>
          <pc:picChg chg="add del mod">
            <ac:chgData name="Camille TARRAY" userId="e664a25c-4699-4ad8-90d0-be26faffe77d" providerId="ADAL" clId="{D3A5423D-F379-4658-B2EF-D4567B1F3CF7}" dt="2025-11-25T12:57:05.532" v="921" actId="478"/>
            <ac:picMkLst>
              <pc:docMk/>
              <pc:sldMasterMk cId="3938415757" sldId="2147483936"/>
              <pc:sldLayoutMk cId="2831008951" sldId="2147483944"/>
              <ac:picMk id="5" creationId="{0C771A21-8487-574D-A404-35B6923ADF30}"/>
            </ac:picMkLst>
          </pc:picChg>
          <pc:picChg chg="add mod">
            <ac:chgData name="Camille TARRAY" userId="e664a25c-4699-4ad8-90d0-be26faffe77d" providerId="ADAL" clId="{D3A5423D-F379-4658-B2EF-D4567B1F3CF7}" dt="2025-11-26T08:51:53.951" v="951" actId="14100"/>
            <ac:picMkLst>
              <pc:docMk/>
              <pc:sldMasterMk cId="3938415757" sldId="2147483936"/>
              <pc:sldLayoutMk cId="2831008951" sldId="2147483944"/>
              <ac:picMk id="5" creationId="{2D7B90B7-33E9-7C4D-DB29-D69F14DB9780}"/>
            </ac:picMkLst>
          </pc:picChg>
          <pc:picChg chg="add del mod">
            <ac:chgData name="Camille TARRAY" userId="e664a25c-4699-4ad8-90d0-be26faffe77d" providerId="ADAL" clId="{D3A5423D-F379-4658-B2EF-D4567B1F3CF7}" dt="2025-11-25T13:26:37.815" v="927" actId="478"/>
            <ac:picMkLst>
              <pc:docMk/>
              <pc:sldMasterMk cId="3938415757" sldId="2147483936"/>
              <pc:sldLayoutMk cId="2831008951" sldId="2147483944"/>
              <ac:picMk id="6" creationId="{A4942E90-013D-78E1-4BBA-86BD7DEDB911}"/>
            </ac:picMkLst>
          </pc:picChg>
        </pc:sldLayoutChg>
        <pc:sldLayoutChg chg="addSp delSp modSp mod">
          <pc:chgData name="Camille TARRAY" userId="e664a25c-4699-4ad8-90d0-be26faffe77d" providerId="ADAL" clId="{D3A5423D-F379-4658-B2EF-D4567B1F3CF7}" dt="2025-11-26T08:57:07.528" v="1025" actId="14826"/>
          <pc:sldLayoutMkLst>
            <pc:docMk/>
            <pc:sldMasterMk cId="3938415757" sldId="2147483936"/>
            <pc:sldLayoutMk cId="3852657274" sldId="2147483945"/>
          </pc:sldLayoutMkLst>
          <pc:spChg chg="mod">
            <ac:chgData name="Camille TARRAY" userId="e664a25c-4699-4ad8-90d0-be26faffe77d" providerId="ADAL" clId="{D3A5423D-F379-4658-B2EF-D4567B1F3CF7}" dt="2025-11-24T15:41:56.671" v="573" actId="207"/>
            <ac:spMkLst>
              <pc:docMk/>
              <pc:sldMasterMk cId="3938415757" sldId="2147483936"/>
              <pc:sldLayoutMk cId="3852657274" sldId="2147483945"/>
              <ac:spMk id="2" creationId="{61954536-94C2-4ECF-8FC2-578F34261037}"/>
            </ac:spMkLst>
          </pc:spChg>
          <pc:picChg chg="add mod">
            <ac:chgData name="Camille TARRAY" userId="e664a25c-4699-4ad8-90d0-be26faffe77d" providerId="ADAL" clId="{D3A5423D-F379-4658-B2EF-D4567B1F3CF7}" dt="2025-11-26T08:57:07.528" v="1025" actId="14826"/>
            <ac:picMkLst>
              <pc:docMk/>
              <pc:sldMasterMk cId="3938415757" sldId="2147483936"/>
              <pc:sldLayoutMk cId="3852657274" sldId="2147483945"/>
              <ac:picMk id="4" creationId="{48FC044F-0524-DAFB-E7DC-4999B8876A4D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8E6A6BE-47EA-EBD6-A333-E7C614520F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1F312FE-47CD-953F-EDDE-8B60751092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6803A-948F-4EE6-AD20-C91BC04A276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1B4803-684B-71D1-318D-A06B1044AC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315096-327B-FE38-C2AA-F73BE6348D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1DE5E-569C-42E8-96B6-04D936439A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9976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72E00-87B8-8944-AD0E-D757F9BF6DB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D2D6F-FB5C-7E48-B34F-204390A520B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3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_Industry_1"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B10AE-A780-4CC7-AAD1-89B87E41F8C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" name="Espace réservé de la date 17">
            <a:extLst>
              <a:ext uri="{FF2B5EF4-FFF2-40B4-BE49-F238E27FC236}">
                <a16:creationId xmlns:a16="http://schemas.microsoft.com/office/drawing/2014/main" id="{000D550D-D53E-4775-A0C7-7E635535A5DC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0" y="6646335"/>
            <a:ext cx="239181" cy="21166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33" b="0" i="0" u="none" strike="noStrike" kern="1200" cap="none" spc="0" baseline="0">
                <a:solidFill>
                  <a:srgbClr val="FFFEFE"/>
                </a:solidFill>
                <a:uFillTx/>
                <a:latin typeface="Open Sans" pitchFamily="34"/>
              </a:defRPr>
            </a:lvl1pPr>
          </a:lstStyle>
          <a:p>
            <a:pPr lvl="0"/>
            <a:r>
              <a:rPr lang="fr-FR"/>
              <a:t>Numéro agrément ARCEP : 17-0718</a:t>
            </a:r>
          </a:p>
        </p:txBody>
      </p:sp>
      <p:sp>
        <p:nvSpPr>
          <p:cNvPr id="3" name="Espace réservé du pied de page 18">
            <a:extLst>
              <a:ext uri="{FF2B5EF4-FFF2-40B4-BE49-F238E27FC236}">
                <a16:creationId xmlns:a16="http://schemas.microsoft.com/office/drawing/2014/main" id="{3225D791-F7F9-4F2D-B43C-73BE6E1DB1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6646335"/>
            <a:ext cx="239181" cy="211664"/>
          </a:xfrm>
        </p:spPr>
        <p:txBody>
          <a:bodyPr/>
          <a:lstStyle>
            <a:lvl1pPr>
              <a:defRPr sz="133">
                <a:solidFill>
                  <a:srgbClr val="FFFEFE"/>
                </a:solidFill>
              </a:defRPr>
            </a:lvl1pPr>
          </a:lstStyle>
          <a:p>
            <a:pPr lvl="0"/>
            <a:r>
              <a:rPr lang="fr-FR"/>
              <a:t>Titre de la présentation ∙ xx/xx/xx ( menu "Insertion / En-tête et pied de page")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DFEAAB-4BB6-4495-8278-8F3F5BF270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1473" y="3419356"/>
            <a:ext cx="5568623" cy="1161763"/>
          </a:xfrm>
        </p:spPr>
        <p:txBody>
          <a:bodyPr/>
          <a:lstStyle>
            <a:lvl1pPr>
              <a:defRPr sz="3200">
                <a:latin typeface="Open Sans Semibold" pitchFamily="34"/>
                <a:ea typeface="Open Sans Semibold" pitchFamily="34"/>
                <a:cs typeface="Open Sans Semibold" pitchFamily="34"/>
              </a:defRPr>
            </a:lvl1pPr>
          </a:lstStyle>
          <a:p>
            <a:pPr lvl="0"/>
            <a:r>
              <a:rPr lang="fr-FR"/>
              <a:t>Titre de la présentation</a:t>
            </a:r>
            <a:br>
              <a:rPr lang="fr-FR"/>
            </a:br>
            <a:r>
              <a:rPr lang="fr-FR"/>
              <a:t>sur deux lignes</a:t>
            </a:r>
          </a:p>
        </p:txBody>
      </p:sp>
      <p:sp>
        <p:nvSpPr>
          <p:cNvPr id="7" name="Triangle rectangle 13">
            <a:extLst>
              <a:ext uri="{FF2B5EF4-FFF2-40B4-BE49-F238E27FC236}">
                <a16:creationId xmlns:a16="http://schemas.microsoft.com/office/drawing/2014/main" id="{647EFDC8-0D62-428F-AE00-FC34465080FB}"/>
              </a:ext>
            </a:extLst>
          </p:cNvPr>
          <p:cNvSpPr/>
          <p:nvPr/>
        </p:nvSpPr>
        <p:spPr>
          <a:xfrm rot="16200004">
            <a:off x="5586938" y="252931"/>
            <a:ext cx="6573863" cy="66362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rgbClr val="657DEA"/>
          </a:solidFill>
          <a:ln cap="flat">
            <a:noFill/>
            <a:prstDash val="solid"/>
          </a:ln>
        </p:spPr>
        <p:txBody>
          <a:bodyPr vert="horz" wrap="square" lIns="121920" tIns="60960" rIns="121920" bIns="60960" anchor="ctr" anchorCtr="1" compatLnSpc="1">
            <a:noAutofit/>
          </a:bodyPr>
          <a:lstStyle/>
          <a:p>
            <a:pPr marL="0" marR="0" lvl="0" indent="0" algn="ct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223E"/>
              </a:solidFill>
              <a:uFillTx/>
              <a:latin typeface="Barlow"/>
            </a:endParaRPr>
          </a:p>
        </p:txBody>
      </p:sp>
      <p:pic>
        <p:nvPicPr>
          <p:cNvPr id="10" name="Image 9" descr="Une image contenant Graphiqu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16727489-69F7-0CBD-92A2-AACE2C24BF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91473" y="1529595"/>
            <a:ext cx="3813443" cy="122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06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EI"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61954536-94C2-4ECF-8FC2-578F34261037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657DEA"/>
          </a:solidFill>
          <a:ln cap="flat">
            <a:noFill/>
            <a:prstDash val="solid"/>
          </a:ln>
        </p:spPr>
        <p:txBody>
          <a:bodyPr vert="horz" wrap="square" lIns="121920" tIns="60960" rIns="121920" bIns="60960" anchor="ctr" anchorCtr="1" compatLnSpc="1">
            <a:noAutofit/>
          </a:bodyPr>
          <a:lstStyle/>
          <a:p>
            <a:pPr marL="0" marR="0" lvl="0" indent="0" algn="ct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223E"/>
              </a:solidFill>
              <a:uFillTx/>
              <a:latin typeface="Barlow"/>
            </a:endParaRPr>
          </a:p>
        </p:txBody>
      </p:sp>
      <p:sp>
        <p:nvSpPr>
          <p:cNvPr id="3" name="Triangle rectangle 10">
            <a:extLst>
              <a:ext uri="{FF2B5EF4-FFF2-40B4-BE49-F238E27FC236}">
                <a16:creationId xmlns:a16="http://schemas.microsoft.com/office/drawing/2014/main" id="{F0C2DFEA-3215-48B4-81E3-11D85356705F}"/>
              </a:ext>
            </a:extLst>
          </p:cNvPr>
          <p:cNvSpPr/>
          <p:nvPr/>
        </p:nvSpPr>
        <p:spPr>
          <a:xfrm rot="16200004">
            <a:off x="6886440" y="1579761"/>
            <a:ext cx="5315625" cy="529549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rgbClr val="FFFEFE"/>
          </a:solidFill>
          <a:ln cap="flat">
            <a:noFill/>
            <a:prstDash val="solid"/>
          </a:ln>
        </p:spPr>
        <p:txBody>
          <a:bodyPr vert="horz" wrap="square" lIns="121920" tIns="60960" rIns="121920" bIns="60960" anchor="ctr" anchorCtr="1" compatLnSpc="1">
            <a:noAutofit/>
          </a:bodyPr>
          <a:lstStyle/>
          <a:p>
            <a:pPr marL="0" marR="0" lvl="0" indent="0" algn="ct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223E"/>
              </a:solidFill>
              <a:uFillTx/>
              <a:latin typeface="Barlow"/>
            </a:endParaRPr>
          </a:p>
        </p:txBody>
      </p:sp>
      <p:sp>
        <p:nvSpPr>
          <p:cNvPr id="5" name="Espace réservé de la date 17">
            <a:extLst>
              <a:ext uri="{FF2B5EF4-FFF2-40B4-BE49-F238E27FC236}">
                <a16:creationId xmlns:a16="http://schemas.microsoft.com/office/drawing/2014/main" id="{E1517F40-F7D8-4339-BA14-B4EB175EDA5A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0" y="6646335"/>
            <a:ext cx="239181" cy="21166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33" b="0" i="0" u="none" strike="noStrike" kern="1200" cap="none" spc="0" baseline="0">
                <a:solidFill>
                  <a:srgbClr val="FFFEFE"/>
                </a:solidFill>
                <a:uFillTx/>
                <a:latin typeface="Open Sans" pitchFamily="34"/>
              </a:defRPr>
            </a:lvl1pPr>
          </a:lstStyle>
          <a:p>
            <a:pPr lvl="0"/>
            <a:r>
              <a:rPr lang="fr-FR"/>
              <a:t>Numéro agrément ARCEP : 17-0718</a:t>
            </a:r>
          </a:p>
        </p:txBody>
      </p:sp>
      <p:sp>
        <p:nvSpPr>
          <p:cNvPr id="6" name="Espace réservé du pied de page 18">
            <a:extLst>
              <a:ext uri="{FF2B5EF4-FFF2-40B4-BE49-F238E27FC236}">
                <a16:creationId xmlns:a16="http://schemas.microsoft.com/office/drawing/2014/main" id="{D55B9BF8-2F0F-4E91-930E-76D4883479C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6646335"/>
            <a:ext cx="239181" cy="211664"/>
          </a:xfrm>
        </p:spPr>
        <p:txBody>
          <a:bodyPr/>
          <a:lstStyle>
            <a:lvl1pPr>
              <a:defRPr sz="133">
                <a:solidFill>
                  <a:srgbClr val="FFFEFE"/>
                </a:solidFill>
              </a:defRPr>
            </a:lvl1pPr>
          </a:lstStyle>
          <a:p>
            <a:pPr lvl="0"/>
            <a:r>
              <a:rPr lang="fr-FR"/>
              <a:t>Titre de la présentation ∙ xx/xx/xx ( menu "Insertion / En-tête et pied de page")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A8F40D8D-F180-4001-B8A6-4AC38307883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67545" y="1134392"/>
            <a:ext cx="2784311" cy="2198595"/>
          </a:xfrm>
        </p:spPr>
        <p:txBody>
          <a:bodyPr/>
          <a:lstStyle>
            <a:lvl1pPr>
              <a:spcAft>
                <a:spcPts val="0"/>
              </a:spcAft>
              <a:defRPr sz="14666" b="1">
                <a:latin typeface="Libre Baskerville" pitchFamily="2"/>
                <a:ea typeface="Aglet Slab Semibold" pitchFamily="34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4B173EB0-906E-4117-9AD8-E8D3490E40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3605" y="3472184"/>
            <a:ext cx="6816753" cy="628887"/>
          </a:xfrm>
        </p:spPr>
        <p:txBody>
          <a:bodyPr/>
          <a:lstStyle>
            <a:lvl1pPr>
              <a:defRPr sz="3200">
                <a:solidFill>
                  <a:srgbClr val="FFFEFE"/>
                </a:solidFill>
                <a:latin typeface="Open Sans Semibold" pitchFamily="34"/>
                <a:ea typeface="Open Sans Semibold" pitchFamily="34"/>
                <a:cs typeface="Open Sans Semibold" pitchFamily="34"/>
              </a:defRPr>
            </a:lvl1pPr>
          </a:lstStyle>
          <a:p>
            <a:pPr lvl="0"/>
            <a:r>
              <a:rPr lang="fr-FR"/>
              <a:t>Intercalaire / Titre de la rubrique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8FC044F-0524-DAFB-E7DC-4999B8876A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24680" y="409044"/>
            <a:ext cx="1260537" cy="40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5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_E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F114B0-8EC5-484F-9AFC-3D896D1D0F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389" y="408810"/>
            <a:ext cx="9409041" cy="48004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36BC4-8750-432A-AFF8-4BB8C15329D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3389" y="888869"/>
            <a:ext cx="9409041" cy="38484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8AEF41-C20D-4010-9963-74A5F5D932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7484" y="1700808"/>
            <a:ext cx="8064000" cy="3110400"/>
          </a:xfrm>
        </p:spPr>
        <p:txBody>
          <a:bodyPr/>
          <a:lstStyle>
            <a:lvl1pPr marL="239178" indent="-239178">
              <a:buClr>
                <a:srgbClr val="657DEA"/>
              </a:buClr>
              <a:buFont typeface="Arial" panose="020B0604020202020204" pitchFamily="34" charset="0"/>
              <a:buChar char="•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u pied de page 1">
            <a:extLst>
              <a:ext uri="{FF2B5EF4-FFF2-40B4-BE49-F238E27FC236}">
                <a16:creationId xmlns:a16="http://schemas.microsoft.com/office/drawing/2014/main" id="{033E40C4-A2E0-4FF0-9F88-0DC3CE347B4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639617" y="6309323"/>
            <a:ext cx="8415332" cy="4056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 de la présentation ∙ xx/xx/xx ( menu "Insertion / En-tête et pied de page")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1EF360B9-34F9-4088-ADA8-B837B5457D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985370" y="6318650"/>
            <a:ext cx="699673" cy="396300"/>
          </a:xfrm>
        </p:spPr>
        <p:txBody>
          <a:bodyPr/>
          <a:lstStyle>
            <a:lvl1pPr>
              <a:defRPr/>
            </a:lvl1pPr>
          </a:lstStyle>
          <a:p>
            <a:pPr lvl="0"/>
            <a:fld id="{053CBEC0-6383-4378-BA4B-958AC2737E03}" type="slidenum">
              <a:t>‹N°›</a:t>
            </a:fld>
            <a:endParaRPr lang="fr-FR"/>
          </a:p>
        </p:txBody>
      </p:sp>
      <p:pic>
        <p:nvPicPr>
          <p:cNvPr id="7" name="Image 6" descr="Une image contenant Graphiqu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370CF064-A7CB-C46F-680A-C0C564C32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4680" y="408810"/>
            <a:ext cx="1260537" cy="40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097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_E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rectangle 9">
            <a:extLst>
              <a:ext uri="{FF2B5EF4-FFF2-40B4-BE49-F238E27FC236}">
                <a16:creationId xmlns:a16="http://schemas.microsoft.com/office/drawing/2014/main" id="{D94DC158-845C-4B02-A171-9895C83615D4}"/>
              </a:ext>
            </a:extLst>
          </p:cNvPr>
          <p:cNvSpPr/>
          <p:nvPr/>
        </p:nvSpPr>
        <p:spPr>
          <a:xfrm rot="16200004">
            <a:off x="6298191" y="964130"/>
            <a:ext cx="5886139" cy="590145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rgbClr val="657DEA"/>
          </a:solidFill>
          <a:ln cap="flat">
            <a:noFill/>
            <a:prstDash val="solid"/>
          </a:ln>
        </p:spPr>
        <p:txBody>
          <a:bodyPr vert="horz" wrap="square" lIns="121920" tIns="60960" rIns="121920" bIns="60960" anchor="ctr" anchorCtr="1" compatLnSpc="1">
            <a:noAutofit/>
          </a:bodyPr>
          <a:lstStyle/>
          <a:p>
            <a:pPr marL="0" marR="0" lvl="0" indent="0" algn="ct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223E"/>
              </a:solidFill>
              <a:uFillTx/>
              <a:latin typeface="Barlow"/>
            </a:endParaRPr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16DA028F-BD7C-495E-A694-49B6EA4A21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389" y="408810"/>
            <a:ext cx="9409041" cy="48004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C0364A4-13EC-4F77-B0BB-324DCE8BBB3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3389" y="888869"/>
            <a:ext cx="9409041" cy="38484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C3C8D59F-8165-4DF2-A4A8-FD3296C537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639617" y="6309323"/>
            <a:ext cx="8415332" cy="4056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 de la présentation ∙ xx/xx/xx ( menu "Insertion / En-tête et pied de page")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DCBD20DD-BA92-4139-AF5A-EB3CCE0241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985370" y="6318650"/>
            <a:ext cx="699673" cy="396300"/>
          </a:xfrm>
        </p:spPr>
        <p:txBody>
          <a:bodyPr/>
          <a:lstStyle>
            <a:lvl1pPr>
              <a:defRPr/>
            </a:lvl1pPr>
          </a:lstStyle>
          <a:p>
            <a:pPr lvl="0"/>
            <a:fld id="{AA4EC20C-FC65-4C77-97FD-D62FCD2F36F2}" type="slidenum">
              <a:t>‹N°›</a:t>
            </a:fld>
            <a:endParaRPr lang="fr-FR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1476A483-7906-4C33-8DCD-4599C5B091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7484" y="1700808"/>
            <a:ext cx="8064000" cy="3110400"/>
          </a:xfrm>
        </p:spPr>
        <p:txBody>
          <a:bodyPr/>
          <a:lstStyle>
            <a:lvl1pPr marL="239178" indent="-239178">
              <a:buClr>
                <a:srgbClr val="657DEA"/>
              </a:buClr>
              <a:buFont typeface="Arial" panose="020B0604020202020204" pitchFamily="34" charset="0"/>
              <a:buChar char="•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5" name="Image 4" descr="Une image contenant Graphiqu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22021213-732A-D67C-C6C1-9161C311A5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4680" y="408810"/>
            <a:ext cx="1260537" cy="40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3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s_EI_2">
    <p:bg>
      <p:bgPr>
        <a:solidFill>
          <a:srgbClr val="FF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rectangle 9">
            <a:extLst>
              <a:ext uri="{FF2B5EF4-FFF2-40B4-BE49-F238E27FC236}">
                <a16:creationId xmlns:a16="http://schemas.microsoft.com/office/drawing/2014/main" id="{0BABD91D-1096-4FDB-AF25-D0ED3812FE10}"/>
              </a:ext>
            </a:extLst>
          </p:cNvPr>
          <p:cNvSpPr/>
          <p:nvPr/>
        </p:nvSpPr>
        <p:spPr>
          <a:xfrm rot="16200004">
            <a:off x="6298191" y="964130"/>
            <a:ext cx="5886139" cy="590145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rgbClr val="657DEA"/>
          </a:solidFill>
          <a:ln cap="flat">
            <a:noFill/>
            <a:prstDash val="solid"/>
          </a:ln>
        </p:spPr>
        <p:txBody>
          <a:bodyPr vert="horz" wrap="square" lIns="121920" tIns="60960" rIns="121920" bIns="60960" anchor="ctr" anchorCtr="1" compatLnSpc="1">
            <a:noAutofit/>
          </a:bodyPr>
          <a:lstStyle/>
          <a:p>
            <a:pPr marL="0" marR="0" lvl="0" indent="0" algn="ct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223E"/>
              </a:solidFill>
              <a:uFillTx/>
              <a:latin typeface="Barlow"/>
            </a:endParaRPr>
          </a:p>
        </p:txBody>
      </p:sp>
      <p:sp>
        <p:nvSpPr>
          <p:cNvPr id="3" name="Espace réservé de la date 17">
            <a:extLst>
              <a:ext uri="{FF2B5EF4-FFF2-40B4-BE49-F238E27FC236}">
                <a16:creationId xmlns:a16="http://schemas.microsoft.com/office/drawing/2014/main" id="{1BD68363-BBFB-4EB0-907C-8F86C089148A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0" y="6673717"/>
            <a:ext cx="239181" cy="21166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33" b="0" i="0" u="none" strike="noStrike" kern="1200" cap="none" spc="0" baseline="0">
                <a:solidFill>
                  <a:srgbClr val="FFFEFE"/>
                </a:solidFill>
                <a:uFillTx/>
                <a:latin typeface="Open Sans" pitchFamily="34"/>
              </a:defRPr>
            </a:lvl1pPr>
          </a:lstStyle>
          <a:p>
            <a:pPr lvl="0"/>
            <a:r>
              <a:rPr lang="fr-FR"/>
              <a:t>Numéro agrément ARCEP : 17-0718</a:t>
            </a:r>
          </a:p>
        </p:txBody>
      </p:sp>
      <p:sp>
        <p:nvSpPr>
          <p:cNvPr id="4" name="Espace réservé du pied de page 18">
            <a:extLst>
              <a:ext uri="{FF2B5EF4-FFF2-40B4-BE49-F238E27FC236}">
                <a16:creationId xmlns:a16="http://schemas.microsoft.com/office/drawing/2014/main" id="{53C7622C-F1AA-4EE4-AD34-24DE94B2791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6646335"/>
            <a:ext cx="239181" cy="211664"/>
          </a:xfrm>
        </p:spPr>
        <p:txBody>
          <a:bodyPr/>
          <a:lstStyle>
            <a:lvl1pPr>
              <a:defRPr sz="133">
                <a:solidFill>
                  <a:srgbClr val="FFFEFE"/>
                </a:solidFill>
              </a:defRPr>
            </a:lvl1pPr>
          </a:lstStyle>
          <a:p>
            <a:pPr lvl="0"/>
            <a:r>
              <a:rPr lang="fr-FR"/>
              <a:t>Titre de la présentation ∙ xx/xx/xx ( menu "Insertion / En-tête et pied de page")</a:t>
            </a:r>
          </a:p>
        </p:txBody>
      </p:sp>
      <p:sp>
        <p:nvSpPr>
          <p:cNvPr id="7" name="Triangle rectangle 9">
            <a:extLst>
              <a:ext uri="{FF2B5EF4-FFF2-40B4-BE49-F238E27FC236}">
                <a16:creationId xmlns:a16="http://schemas.microsoft.com/office/drawing/2014/main" id="{3B0D0F97-0EF2-4741-854F-5B3F7F238C3C}"/>
              </a:ext>
            </a:extLst>
          </p:cNvPr>
          <p:cNvSpPr/>
          <p:nvPr/>
        </p:nvSpPr>
        <p:spPr>
          <a:xfrm rot="5400013">
            <a:off x="44785" y="-44788"/>
            <a:ext cx="2868472" cy="295804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rgbClr val="657DEA"/>
          </a:solidFill>
          <a:ln cap="flat">
            <a:noFill/>
            <a:prstDash val="solid"/>
          </a:ln>
        </p:spPr>
        <p:txBody>
          <a:bodyPr vert="horz" wrap="square" lIns="121920" tIns="60960" rIns="121920" bIns="60960" anchor="ctr" anchorCtr="1" compatLnSpc="1">
            <a:noAutofit/>
          </a:bodyPr>
          <a:lstStyle/>
          <a:p>
            <a:pPr marL="0" marR="0" lvl="0" indent="0" algn="ct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223E"/>
              </a:solidFill>
              <a:uFillTx/>
              <a:latin typeface="Barlow"/>
            </a:endParaRPr>
          </a:p>
        </p:txBody>
      </p:sp>
      <p:pic>
        <p:nvPicPr>
          <p:cNvPr id="5" name="Image 4" descr="Une image contenant Graphiqu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2D7B90B7-33E9-7C4D-DB29-D69F14DB97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45" y="5069587"/>
            <a:ext cx="2178059" cy="70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0895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237145B0-D926-2714-6046-FD1E6033B725}"/>
              </a:ext>
            </a:extLst>
          </p:cNvPr>
          <p:cNvSpPr/>
          <p:nvPr userDrawn="1"/>
        </p:nvSpPr>
        <p:spPr>
          <a:xfrm rot="5400000">
            <a:off x="44779" y="-44794"/>
            <a:ext cx="2868484" cy="2958059"/>
          </a:xfrm>
          <a:prstGeom prst="rtTriangle">
            <a:avLst/>
          </a:prstGeom>
          <a:solidFill>
            <a:srgbClr val="657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6FC6306-8F0E-45D4-9E51-07EFBFD9B4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388" y="384049"/>
            <a:ext cx="9320211" cy="4800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2C8FE4-0368-4462-B441-9496FE7B9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87484" y="1700809"/>
            <a:ext cx="9217029" cy="4320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E0DA7667-D33D-4594-ADA1-B9465D50F00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769230" y="6309323"/>
            <a:ext cx="8415332" cy="4056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067" b="1" i="0" u="none" strike="noStrike" kern="1200" cap="none" spc="0" baseline="0">
                <a:solidFill>
                  <a:srgbClr val="00223E"/>
                </a:solidFill>
                <a:uFillTx/>
                <a:latin typeface="Open Sans Semibold" pitchFamily="34"/>
                <a:ea typeface="Open Sans Semibold" pitchFamily="34"/>
                <a:cs typeface="Open Sans Semibold" pitchFamily="34"/>
              </a:defRPr>
            </a:lvl1pPr>
          </a:lstStyle>
          <a:p>
            <a:pPr lvl="0"/>
            <a:r>
              <a:rPr lang="fr-FR"/>
              <a:t>Titre de la présentation ∙ xx/xx/xx ( menu "Insertion / En-tête et pied de page")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9298BE6-D3DA-4A3C-85AD-0AE435759B4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156973" y="6318650"/>
            <a:ext cx="699673" cy="3963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000" b="1" i="0" u="none" strike="noStrike" kern="1200" cap="none" spc="0" baseline="0">
                <a:solidFill>
                  <a:srgbClr val="00223E"/>
                </a:solidFill>
                <a:uFillTx/>
                <a:latin typeface="Open Sans" pitchFamily="34"/>
                <a:ea typeface="Open Sans" pitchFamily="34"/>
                <a:cs typeface="Open Sans" pitchFamily="34"/>
              </a:defRPr>
            </a:lvl1pPr>
          </a:lstStyle>
          <a:p>
            <a:pPr lvl="0"/>
            <a:fld id="{69DE9EEA-57E3-4EA3-AE92-66E99432CC4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41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45" r:id="rId2"/>
    <p:sldLayoutId id="2147483941" r:id="rId3"/>
    <p:sldLayoutId id="2147483943" r:id="rId4"/>
    <p:sldLayoutId id="2147483944" r:id="rId5"/>
  </p:sldLayoutIdLst>
  <p:txStyles>
    <p:titleStyle>
      <a:lvl1pPr marL="0" marR="0" lvl="0" indent="0" algn="l" defTabSz="121917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3467" b="1" i="0" u="none" strike="noStrike" kern="1200" cap="none" spc="0" baseline="0">
          <a:solidFill>
            <a:srgbClr val="00223E"/>
          </a:solidFill>
          <a:uFillTx/>
          <a:latin typeface="Open Sans" pitchFamily="34"/>
          <a:ea typeface="Open Sans" pitchFamily="34"/>
          <a:cs typeface="Open Sans" pitchFamily="34"/>
        </a:defRPr>
      </a:lvl1pPr>
    </p:titleStyle>
    <p:bodyStyle>
      <a:lvl1pPr marL="0" marR="0" lvl="0" indent="0" algn="l" defTabSz="1219170" rtl="0" fontAlgn="auto" hangingPunct="1">
        <a:lnSpc>
          <a:spcPct val="100000"/>
        </a:lnSpc>
        <a:spcBef>
          <a:spcPts val="0"/>
        </a:spcBef>
        <a:spcAft>
          <a:spcPts val="800"/>
        </a:spcAft>
        <a:buNone/>
        <a:tabLst/>
        <a:defRPr lang="fr-FR" sz="1867" b="0" i="0" u="none" strike="noStrike" kern="1200" cap="none" spc="0" baseline="0">
          <a:solidFill>
            <a:srgbClr val="00223E"/>
          </a:solidFill>
          <a:uFillTx/>
          <a:latin typeface="Open Sans" pitchFamily="34"/>
          <a:ea typeface="Open Sans" pitchFamily="34"/>
          <a:cs typeface="Open Sans" pitchFamily="34"/>
        </a:defRPr>
      </a:lvl1pPr>
      <a:lvl2pPr marL="0" marR="0" lvl="1" indent="0" algn="l" defTabSz="1219170" rtl="0" fontAlgn="auto" hangingPunct="1">
        <a:lnSpc>
          <a:spcPct val="110000"/>
        </a:lnSpc>
        <a:spcBef>
          <a:spcPts val="0"/>
        </a:spcBef>
        <a:spcAft>
          <a:spcPts val="800"/>
        </a:spcAft>
        <a:buNone/>
        <a:tabLst/>
        <a:defRPr lang="fr-FR" sz="1600" b="0" i="0" u="none" strike="noStrike" kern="1200" cap="none" spc="0" baseline="0">
          <a:solidFill>
            <a:srgbClr val="00223E"/>
          </a:solidFill>
          <a:uFillTx/>
          <a:latin typeface="Open Sans" pitchFamily="34"/>
          <a:ea typeface="Open Sans" pitchFamily="34"/>
          <a:cs typeface="Open Sans" pitchFamily="34"/>
        </a:defRPr>
      </a:lvl2pPr>
      <a:lvl3pPr marL="287991" marR="0" lvl="2" indent="191994" algn="l" defTabSz="1219170" rtl="0" fontAlgn="auto" hangingPunct="1">
        <a:lnSpc>
          <a:spcPct val="150000"/>
        </a:lnSpc>
        <a:spcBef>
          <a:spcPts val="0"/>
        </a:spcBef>
        <a:spcAft>
          <a:spcPts val="0"/>
        </a:spcAft>
        <a:buClr>
          <a:srgbClr val="00223E"/>
        </a:buClr>
        <a:buSzPct val="110000"/>
        <a:buFontTx/>
        <a:buBlip>
          <a:blip r:embed="rId7"/>
        </a:buBlip>
        <a:tabLst/>
        <a:defRPr lang="fr-FR" sz="1467" b="1" i="0" u="none" strike="noStrike" kern="1200" cap="none" spc="0" baseline="0">
          <a:solidFill>
            <a:srgbClr val="00223E"/>
          </a:solidFill>
          <a:uFillTx/>
          <a:latin typeface="Open Sans Semibold" pitchFamily="34"/>
          <a:ea typeface="Open Sans Semibold" pitchFamily="34"/>
          <a:cs typeface="Open Sans Semibold" pitchFamily="34"/>
        </a:defRPr>
      </a:lvl3pPr>
      <a:lvl4pPr marL="719979" marR="0" lvl="3" indent="143935" algn="l" defTabSz="1219170" rtl="0" fontAlgn="auto" hangingPunct="1">
        <a:lnSpc>
          <a:spcPct val="100000"/>
        </a:lnSpc>
        <a:spcBef>
          <a:spcPts val="533"/>
        </a:spcBef>
        <a:spcAft>
          <a:spcPts val="0"/>
        </a:spcAft>
        <a:buClr>
          <a:srgbClr val="00223E"/>
        </a:buClr>
        <a:buSzPct val="112000"/>
        <a:buFontTx/>
        <a:buBlip>
          <a:blip r:embed="rId7"/>
        </a:buBlip>
        <a:tabLst/>
        <a:defRPr lang="fr-FR" sz="1200" b="0" i="1" u="none" strike="noStrike" kern="1200" cap="none" spc="0" baseline="0">
          <a:solidFill>
            <a:srgbClr val="00223E"/>
          </a:solidFill>
          <a:uFillTx/>
          <a:latin typeface="Open Sans" pitchFamily="34"/>
          <a:ea typeface="Open Sans" pitchFamily="34"/>
          <a:cs typeface="Open Sans" pitchFamily="34"/>
        </a:defRPr>
      </a:lvl4pPr>
      <a:lvl5pPr marL="0" marR="0" lvl="4" indent="0" algn="l" defTabSz="1219170" rtl="0" fontAlgn="auto" hangingPunct="1">
        <a:lnSpc>
          <a:spcPct val="100000"/>
        </a:lnSpc>
        <a:spcBef>
          <a:spcPts val="1600"/>
        </a:spcBef>
        <a:spcAft>
          <a:spcPts val="0"/>
        </a:spcAft>
        <a:buNone/>
        <a:tabLst/>
        <a:defRPr lang="fr-FR" sz="1600" b="1" i="1" u="none" strike="noStrike" kern="1200" cap="none" spc="0" baseline="0">
          <a:solidFill>
            <a:srgbClr val="00223E"/>
          </a:solidFill>
          <a:uFillTx/>
          <a:latin typeface="Open Sans Semibold" pitchFamily="34"/>
          <a:ea typeface="Open Sans Semibold" pitchFamily="34"/>
          <a:cs typeface="Open Sans Semibold" pitchFamily="34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9C32AE-B9DD-9430-C068-E736BB321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</a:t>
            </a:r>
            <a:r>
              <a:rPr lang="fr-FR" dirty="0" err="1"/>
              <a:t>IAmi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30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FEAD7E-5430-1A63-04E4-07A45B99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F13EB7-237B-8F4E-3FED-9478870BA7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3389" y="888869"/>
            <a:ext cx="9409041" cy="38484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553D94-6353-D33C-2FDD-18B1C9FD038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87484" y="1700808"/>
            <a:ext cx="7189156" cy="3110400"/>
          </a:xfrm>
        </p:spPr>
        <p:txBody>
          <a:bodyPr/>
          <a:lstStyle/>
          <a:p>
            <a:pPr marL="0" indent="0">
              <a:lnSpc>
                <a:spcPct val="150000"/>
              </a:lnSpc>
              <a:buClr>
                <a:srgbClr val="657DEA"/>
              </a:buClr>
              <a:buNone/>
            </a:pPr>
            <a:r>
              <a:rPr lang="fr-FR" b="1" dirty="0">
                <a:solidFill>
                  <a:srgbClr val="657DEA"/>
                </a:solidFill>
              </a:rPr>
              <a:t>Pourquoi </a:t>
            </a:r>
            <a:r>
              <a:rPr lang="fr-FR" b="1" dirty="0" err="1">
                <a:solidFill>
                  <a:srgbClr val="657DEA"/>
                </a:solidFill>
              </a:rPr>
              <a:t>IAmi</a:t>
            </a:r>
            <a:r>
              <a:rPr lang="fr-FR" b="1" dirty="0">
                <a:solidFill>
                  <a:srgbClr val="657DEA"/>
                </a:solidFill>
              </a:rPr>
              <a:t>?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Intégrer de l’IA dans vos process 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Libérer du temps pour créer de la valeur 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Développer un outil sur mesure pour </a:t>
            </a:r>
            <a:r>
              <a:rPr lang="fr-FR" dirty="0" err="1"/>
              <a:t>Elitys</a:t>
            </a:r>
            <a:r>
              <a:rPr lang="fr-FR" dirty="0"/>
              <a:t> 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Adresser l’ensemble des métiers d’</a:t>
            </a:r>
            <a:r>
              <a:rPr lang="fr-FR" dirty="0" err="1"/>
              <a:t>Elitys</a:t>
            </a:r>
            <a:r>
              <a:rPr lang="fr-FR" dirty="0"/>
              <a:t> : </a:t>
            </a:r>
            <a:r>
              <a:rPr lang="fr-FR" i="1" dirty="0"/>
              <a:t>opérations, recrutement, backoffice</a:t>
            </a:r>
          </a:p>
          <a:p>
            <a:pPr>
              <a:lnSpc>
                <a:spcPct val="150000"/>
              </a:lnSpc>
              <a:buClr>
                <a:srgbClr val="657DEA"/>
              </a:buClr>
              <a:buFont typeface="Open Sans" panose="020B0606030504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04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F81CEA-B03E-0EAB-B338-3957D174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Timeline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0C8B2F-7626-21D6-B1FC-201EF804EF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3389" y="888869"/>
            <a:ext cx="9409041" cy="384840"/>
          </a:xfrm>
        </p:spPr>
        <p:txBody>
          <a:bodyPr/>
          <a:lstStyle/>
          <a:p>
            <a:endParaRPr lang="fr-FR"/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7343E5BC-5A55-D7CC-29CD-ACF0F67991C0}"/>
              </a:ext>
            </a:extLst>
          </p:cNvPr>
          <p:cNvSpPr/>
          <p:nvPr/>
        </p:nvSpPr>
        <p:spPr>
          <a:xfrm>
            <a:off x="622170" y="3609092"/>
            <a:ext cx="10947660" cy="298661"/>
          </a:xfrm>
          <a:prstGeom prst="rightArrow">
            <a:avLst/>
          </a:prstGeom>
          <a:solidFill>
            <a:srgbClr val="657DE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1892A18-B9D7-C7CE-036C-4B27348FCF91}"/>
              </a:ext>
            </a:extLst>
          </p:cNvPr>
          <p:cNvSpPr/>
          <p:nvPr/>
        </p:nvSpPr>
        <p:spPr>
          <a:xfrm>
            <a:off x="1213656" y="3608241"/>
            <a:ext cx="310343" cy="310343"/>
          </a:xfrm>
          <a:prstGeom prst="ellipse">
            <a:avLst/>
          </a:prstGeom>
          <a:solidFill>
            <a:srgbClr val="0022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8C82851-899D-28D5-285A-6EF54F038BB4}"/>
              </a:ext>
            </a:extLst>
          </p:cNvPr>
          <p:cNvSpPr txBox="1"/>
          <p:nvPr/>
        </p:nvSpPr>
        <p:spPr>
          <a:xfrm>
            <a:off x="349057" y="3935943"/>
            <a:ext cx="202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00223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26 novembre </a:t>
            </a:r>
            <a:br>
              <a:rPr lang="fr-FR" sz="1200" dirty="0">
                <a:solidFill>
                  <a:srgbClr val="00223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fr-FR" sz="1200" dirty="0">
                <a:solidFill>
                  <a:srgbClr val="00223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2025</a:t>
            </a: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DB1580A9-BA23-D131-58E1-FA5773C33DB0}"/>
              </a:ext>
            </a:extLst>
          </p:cNvPr>
          <p:cNvSpPr txBox="1"/>
          <p:nvPr/>
        </p:nvSpPr>
        <p:spPr>
          <a:xfrm>
            <a:off x="814408" y="3048230"/>
            <a:ext cx="2428728" cy="27556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ts val="1098"/>
              <a:tabLst/>
              <a:defRPr sz="1200" b="0" i="0" u="none" strike="noStrike" cap="none" spc="0" baseline="0">
                <a:solidFill>
                  <a:srgbClr val="00223E"/>
                </a:solidFill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fr-FR" dirty="0"/>
              <a:t>Réunion mensuelle 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421C74E7-4BF3-ABA3-D837-577E6D2719E6}"/>
              </a:ext>
            </a:extLst>
          </p:cNvPr>
          <p:cNvSpPr txBox="1"/>
          <p:nvPr/>
        </p:nvSpPr>
        <p:spPr>
          <a:xfrm>
            <a:off x="800198" y="2369692"/>
            <a:ext cx="1885852" cy="5496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657DEA"/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Présentation Key </a:t>
            </a:r>
            <a:r>
              <a:rPr lang="fr-FR" sz="1800" b="1" i="0" u="none" strike="noStrike" kern="1200" cap="none" spc="0" baseline="0" dirty="0" err="1">
                <a:solidFill>
                  <a:srgbClr val="657DEA"/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Users</a:t>
            </a:r>
            <a:endParaRPr lang="fr-FR" sz="1800" b="1" i="0" u="none" strike="noStrike" kern="1200" cap="none" spc="0" baseline="0" dirty="0">
              <a:solidFill>
                <a:srgbClr val="657DEA"/>
              </a:solidFill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AF6E946-967A-9993-DC98-5101578B3DE0}"/>
              </a:ext>
            </a:extLst>
          </p:cNvPr>
          <p:cNvSpPr/>
          <p:nvPr/>
        </p:nvSpPr>
        <p:spPr>
          <a:xfrm>
            <a:off x="4017191" y="3608241"/>
            <a:ext cx="310343" cy="310343"/>
          </a:xfrm>
          <a:prstGeom prst="ellipse">
            <a:avLst/>
          </a:prstGeom>
          <a:solidFill>
            <a:srgbClr val="0022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F25DE8F-50FA-B13E-6DE1-237BA04044A8}"/>
              </a:ext>
            </a:extLst>
          </p:cNvPr>
          <p:cNvSpPr txBox="1"/>
          <p:nvPr/>
        </p:nvSpPr>
        <p:spPr>
          <a:xfrm>
            <a:off x="3324637" y="3147552"/>
            <a:ext cx="169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00223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00" dirty="0"/>
              <a:t>16 janvier </a:t>
            </a:r>
            <a:br>
              <a:rPr lang="fr-FR" sz="1200" dirty="0"/>
            </a:br>
            <a:r>
              <a:rPr lang="fr-FR" sz="1200" dirty="0"/>
              <a:t>2026</a:t>
            </a: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A24C795B-1A8D-5C84-6A7B-39ECBFD1E57A}"/>
              </a:ext>
            </a:extLst>
          </p:cNvPr>
          <p:cNvSpPr txBox="1"/>
          <p:nvPr/>
        </p:nvSpPr>
        <p:spPr>
          <a:xfrm>
            <a:off x="2829424" y="4705024"/>
            <a:ext cx="2723652" cy="10307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ts val="1098"/>
              <a:tabLst/>
              <a:defRPr sz="1200" b="0" i="0" u="none" strike="noStrike" cap="none" spc="0" baseline="0">
                <a:solidFill>
                  <a:srgbClr val="00223E"/>
                </a:solidFill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marL="171450" indent="-171450"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Réunion mensuelle</a:t>
            </a:r>
          </a:p>
          <a:p>
            <a:pPr marL="171450" indent="-171450"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Remontée des bugs directement depuis le site</a:t>
            </a:r>
          </a:p>
          <a:p>
            <a:pPr marL="171450" indent="-171450"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Idées d’améliorations spontanées depuis le site 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B69DF759-9AAC-1DC5-D712-D2FBBDAE38F0}"/>
              </a:ext>
            </a:extLst>
          </p:cNvPr>
          <p:cNvSpPr txBox="1"/>
          <p:nvPr/>
        </p:nvSpPr>
        <p:spPr>
          <a:xfrm>
            <a:off x="2815214" y="4274136"/>
            <a:ext cx="2737862" cy="5264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657DEA"/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Déploiement Key </a:t>
            </a:r>
            <a:r>
              <a:rPr lang="fr-FR" b="1" dirty="0" err="1">
                <a:solidFill>
                  <a:srgbClr val="657DE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</a:t>
            </a:r>
            <a:r>
              <a:rPr lang="fr-FR" sz="1800" b="1" i="0" u="none" strike="noStrike" kern="1200" cap="none" spc="0" baseline="0" dirty="0" err="1">
                <a:solidFill>
                  <a:srgbClr val="657DEA"/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sers</a:t>
            </a:r>
            <a:endParaRPr lang="fr-FR" sz="1800" b="1" i="0" u="none" strike="noStrike" kern="1200" cap="none" spc="0" baseline="0" dirty="0">
              <a:solidFill>
                <a:srgbClr val="657DEA"/>
              </a:solidFill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05F1393-427D-11E7-EA8F-84CAD032D1B1}"/>
              </a:ext>
            </a:extLst>
          </p:cNvPr>
          <p:cNvSpPr/>
          <p:nvPr/>
        </p:nvSpPr>
        <p:spPr>
          <a:xfrm>
            <a:off x="6820726" y="3608241"/>
            <a:ext cx="310343" cy="310343"/>
          </a:xfrm>
          <a:prstGeom prst="ellipse">
            <a:avLst/>
          </a:prstGeom>
          <a:solidFill>
            <a:srgbClr val="0022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2277811-5C28-67E4-003B-39B12CEA2747}"/>
              </a:ext>
            </a:extLst>
          </p:cNvPr>
          <p:cNvSpPr/>
          <p:nvPr/>
        </p:nvSpPr>
        <p:spPr>
          <a:xfrm>
            <a:off x="9624261" y="3597339"/>
            <a:ext cx="310343" cy="310343"/>
          </a:xfrm>
          <a:prstGeom prst="ellipse">
            <a:avLst/>
          </a:prstGeom>
          <a:solidFill>
            <a:srgbClr val="0022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D35CC193-3B34-ABF6-5C3B-C5753E0C0D55}"/>
              </a:ext>
            </a:extLst>
          </p:cNvPr>
          <p:cNvSpPr txBox="1"/>
          <p:nvPr/>
        </p:nvSpPr>
        <p:spPr>
          <a:xfrm>
            <a:off x="6205201" y="3048230"/>
            <a:ext cx="1695450" cy="27556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ts val="1098"/>
              <a:tabLst/>
              <a:defRPr sz="1200" b="0" i="0" u="none" strike="noStrike" cap="none" spc="0" baseline="0">
                <a:solidFill>
                  <a:srgbClr val="00223E"/>
                </a:solidFill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fr-FR" dirty="0"/>
              <a:t>Amélioration continue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D35C96B3-BA02-1881-040B-AB6A28718C64}"/>
              </a:ext>
            </a:extLst>
          </p:cNvPr>
          <p:cNvSpPr txBox="1"/>
          <p:nvPr/>
        </p:nvSpPr>
        <p:spPr>
          <a:xfrm>
            <a:off x="6190991" y="2369693"/>
            <a:ext cx="1709660" cy="5496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defTabSz="914400"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657DE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Déploiement </a:t>
            </a:r>
            <a:br>
              <a:rPr lang="fr-FR" b="1" dirty="0">
                <a:solidFill>
                  <a:srgbClr val="657DE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fr-FR" b="1" dirty="0">
                <a:solidFill>
                  <a:srgbClr val="657DE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à tout </a:t>
            </a:r>
            <a:r>
              <a:rPr lang="fr-FR" b="1" dirty="0" err="1">
                <a:solidFill>
                  <a:srgbClr val="657DE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Elitys</a:t>
            </a:r>
            <a:endParaRPr lang="fr-FR" b="1" dirty="0">
              <a:solidFill>
                <a:srgbClr val="657DE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DBAECAC-2312-6B97-5982-1D591790D85E}"/>
              </a:ext>
            </a:extLst>
          </p:cNvPr>
          <p:cNvSpPr txBox="1"/>
          <p:nvPr/>
        </p:nvSpPr>
        <p:spPr>
          <a:xfrm>
            <a:off x="6128172" y="3935943"/>
            <a:ext cx="169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00223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00" dirty="0"/>
              <a:t>Juin </a:t>
            </a:r>
            <a:br>
              <a:rPr lang="fr-FR" sz="1200" dirty="0"/>
            </a:br>
            <a:r>
              <a:rPr lang="fr-FR" sz="1200" dirty="0"/>
              <a:t>2026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38CAAF1-7831-EB91-30FA-842A47E467FA}"/>
              </a:ext>
            </a:extLst>
          </p:cNvPr>
          <p:cNvSpPr txBox="1"/>
          <p:nvPr/>
        </p:nvSpPr>
        <p:spPr>
          <a:xfrm>
            <a:off x="8931707" y="3147551"/>
            <a:ext cx="169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00223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00" dirty="0"/>
              <a:t>Novembre </a:t>
            </a:r>
            <a:br>
              <a:rPr lang="fr-FR" sz="1200" dirty="0"/>
            </a:br>
            <a:r>
              <a:rPr lang="fr-FR" sz="1200" dirty="0"/>
              <a:t>2026</a:t>
            </a:r>
          </a:p>
        </p:txBody>
      </p:sp>
      <p:sp>
        <p:nvSpPr>
          <p:cNvPr id="28" name="Espace réservé du texte 3">
            <a:extLst>
              <a:ext uri="{FF2B5EF4-FFF2-40B4-BE49-F238E27FC236}">
                <a16:creationId xmlns:a16="http://schemas.microsoft.com/office/drawing/2014/main" id="{2C8009A7-53BA-8333-9D58-8516BD1354BA}"/>
              </a:ext>
            </a:extLst>
          </p:cNvPr>
          <p:cNvSpPr txBox="1"/>
          <p:nvPr/>
        </p:nvSpPr>
        <p:spPr>
          <a:xfrm>
            <a:off x="9373099" y="4705024"/>
            <a:ext cx="2723652" cy="10307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ts val="1098"/>
              <a:tabLst/>
              <a:defRPr sz="1800" b="0" i="0" u="none" strike="noStrike" kern="0" cap="none" spc="0" baseline="0">
                <a:solidFill>
                  <a:srgbClr val="212763"/>
                </a:solidFill>
                <a:uFillTx/>
                <a:latin typeface="Open Sans Semibold"/>
                <a:ea typeface="Open Sans Semibold"/>
                <a:cs typeface="Open Sans Semibold"/>
              </a:defRPr>
            </a:pPr>
            <a:r>
              <a:rPr lang="fr-FR" sz="1200" b="0" i="0" u="none" strike="noStrike" kern="1200" cap="none" spc="0" baseline="0" dirty="0" err="1">
                <a:solidFill>
                  <a:srgbClr val="00223E"/>
                </a:solidFill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Elitys</a:t>
            </a:r>
            <a:r>
              <a:rPr lang="fr-FR" sz="1200" b="0" i="0" u="none" strike="noStrike" kern="1200" cap="none" spc="0" baseline="0" dirty="0">
                <a:solidFill>
                  <a:srgbClr val="00223E"/>
                </a:solidFill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utilise </a:t>
            </a:r>
            <a:r>
              <a:rPr lang="fr-FR" sz="1200" b="0" i="0" u="none" strike="noStrike" kern="1200" cap="none" spc="0" baseline="0" dirty="0" err="1">
                <a:solidFill>
                  <a:srgbClr val="00223E"/>
                </a:solidFill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IAmi</a:t>
            </a:r>
            <a:r>
              <a:rPr lang="fr-FR" sz="1200" b="0" i="0" u="none" strike="noStrike" kern="1200" cap="none" spc="0" baseline="0" dirty="0">
                <a:solidFill>
                  <a:srgbClr val="00223E"/>
                </a:solidFill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pour booster la productivité et vous permettre de vous concentrer sur votre métier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F793372A-BADA-BC00-648D-36A227066426}"/>
              </a:ext>
            </a:extLst>
          </p:cNvPr>
          <p:cNvSpPr txBox="1"/>
          <p:nvPr/>
        </p:nvSpPr>
        <p:spPr>
          <a:xfrm>
            <a:off x="9358888" y="4274136"/>
            <a:ext cx="2402155" cy="5264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657DEA"/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 Live</a:t>
            </a:r>
          </a:p>
        </p:txBody>
      </p:sp>
    </p:spTree>
    <p:extLst>
      <p:ext uri="{BB962C8B-B14F-4D97-AF65-F5344CB8AC3E}">
        <p14:creationId xmlns:p14="http://schemas.microsoft.com/office/powerpoint/2010/main" val="1671268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D4D2970-E32F-9CC6-EDF1-90ADCCC8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la version Bêta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547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08C7D-C8F2-B539-3656-2C6D775D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Prochaines étapes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43060A-5254-FECB-4682-EFCC94F99E7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3389" y="888869"/>
            <a:ext cx="9409041" cy="38484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8D9340-33BC-1065-218E-C06B808295E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87484" y="1700808"/>
            <a:ext cx="8064000" cy="3110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657DEA"/>
                </a:solidFill>
              </a:rPr>
              <a:t>Exemples de mes prochains besoins :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Définir précisément ce qu’on peut générer dans les EAE et ce qui est fait en réunion BM/Consultant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Définir ce que vous aimeriez voir dans le tableau de bord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Définir les KPIs qui vous intéressent pour les besoins </a:t>
            </a:r>
          </a:p>
          <a:p>
            <a:pPr marL="182563" indent="-182563">
              <a:lnSpc>
                <a:spcPct val="150000"/>
              </a:lnSpc>
              <a:buClr>
                <a:srgbClr val="657DEA"/>
              </a:buClr>
              <a:buFont typeface="Arial" panose="020B0604020202020204" pitchFamily="34" charset="0"/>
              <a:buChar char="•"/>
            </a:pPr>
            <a:r>
              <a:rPr lang="fr-FR" dirty="0"/>
              <a:t>Définir l’évolution des objectifs</a:t>
            </a:r>
          </a:p>
          <a:p>
            <a:pPr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946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30F34-4853-D656-37BA-CA063911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F42B0BF-A6FF-D20B-A01B-8337284C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Et vous, que voudriez-vous voir dans votre outil </a:t>
            </a:r>
            <a:r>
              <a:rPr lang="fr-FR" dirty="0" err="1"/>
              <a:t>IAmi</a:t>
            </a:r>
            <a:r>
              <a:rPr lang="fr-FR" dirty="0"/>
              <a:t> ?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53AB17E-8A97-6521-C7E8-1114118EEA08}"/>
              </a:ext>
            </a:extLst>
          </p:cNvPr>
          <p:cNvSpPr txBox="1">
            <a:spLocks/>
          </p:cNvSpPr>
          <p:nvPr/>
        </p:nvSpPr>
        <p:spPr>
          <a:xfrm>
            <a:off x="623389" y="408810"/>
            <a:ext cx="9409041" cy="480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FFFEFE"/>
                </a:solidFill>
                <a:latin typeface="Open Sans Semibold" pitchFamily="34"/>
                <a:ea typeface="Open Sans Semibold" pitchFamily="34"/>
                <a:cs typeface="Open Sans Semibold" pitchFamily="34"/>
              </a:defRPr>
            </a:lvl1pPr>
          </a:lstStyle>
          <a:p>
            <a:r>
              <a:rPr lang="fr-FR"/>
              <a:t>Prochaines étapes</a:t>
            </a:r>
            <a:endParaRPr lang="fr-FR" dirty="0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200553D2-9E2B-F336-0180-C2D17E121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392" y="2914513"/>
            <a:ext cx="1517968" cy="142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8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2">
            <a:extLst>
              <a:ext uri="{FF2B5EF4-FFF2-40B4-BE49-F238E27FC236}">
                <a16:creationId xmlns:a16="http://schemas.microsoft.com/office/drawing/2014/main" id="{956494E4-6204-CE12-1F7A-974E7ABC1CDA}"/>
              </a:ext>
            </a:extLst>
          </p:cNvPr>
          <p:cNvSpPr txBox="1">
            <a:spLocks/>
          </p:cNvSpPr>
          <p:nvPr/>
        </p:nvSpPr>
        <p:spPr>
          <a:xfrm>
            <a:off x="343330" y="3638431"/>
            <a:ext cx="6816753" cy="628887"/>
          </a:xfrm>
          <a:prstGeom prst="rect">
            <a:avLst/>
          </a:prstGeom>
        </p:spPr>
        <p:txBody>
          <a:bodyPr/>
          <a:lstStyle>
            <a:lvl1pPr marL="0" marR="0" lvl="0" indent="0" algn="l" defTabSz="121917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3467" b="1" i="0" u="none" strike="noStrike" kern="1200" cap="none" spc="0" baseline="0">
                <a:solidFill>
                  <a:srgbClr val="00223E"/>
                </a:solidFill>
                <a:uFillTx/>
                <a:latin typeface="Open Sans" pitchFamily="34"/>
                <a:ea typeface="Open Sans" pitchFamily="34"/>
                <a:cs typeface="Open Sans" pitchFamily="34"/>
              </a:defRPr>
            </a:lvl1pPr>
          </a:lstStyle>
          <a:p>
            <a:r>
              <a:rPr lang="fr-FR" sz="5400" dirty="0"/>
              <a:t>Merci !</a:t>
            </a:r>
            <a:br>
              <a:rPr lang="fr-FR" sz="5400" dirty="0"/>
            </a:br>
            <a:endParaRPr lang="fr-FR" sz="5400" dirty="0"/>
          </a:p>
        </p:txBody>
      </p:sp>
    </p:spTree>
    <p:extLst>
      <p:ext uri="{BB962C8B-B14F-4D97-AF65-F5344CB8AC3E}">
        <p14:creationId xmlns:p14="http://schemas.microsoft.com/office/powerpoint/2010/main" val="2462196277"/>
      </p:ext>
    </p:extLst>
  </p:cSld>
  <p:clrMapOvr>
    <a:masterClrMapping/>
  </p:clrMapOvr>
</p:sld>
</file>

<file path=ppt/theme/theme1.xml><?xml version="1.0" encoding="utf-8"?>
<a:theme xmlns:a="http://schemas.openxmlformats.org/drawingml/2006/main" name="Elitys Consult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174</Words>
  <Application>Microsoft Office PowerPoint</Application>
  <PresentationFormat>Grand écran</PresentationFormat>
  <Paragraphs>32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Aptos</vt:lpstr>
      <vt:lpstr>Arial</vt:lpstr>
      <vt:lpstr>Barlow</vt:lpstr>
      <vt:lpstr>Calibri</vt:lpstr>
      <vt:lpstr>Libre Baskerville</vt:lpstr>
      <vt:lpstr>Open Sans</vt:lpstr>
      <vt:lpstr>Open Sans SemiBold</vt:lpstr>
      <vt:lpstr>Open Sans SemiBold</vt:lpstr>
      <vt:lpstr>Elitys Consulting</vt:lpstr>
      <vt:lpstr>Présentation IAmi</vt:lpstr>
      <vt:lpstr>Objectifs</vt:lpstr>
      <vt:lpstr>Timeline</vt:lpstr>
      <vt:lpstr>Présentation de la version Bêta </vt:lpstr>
      <vt:lpstr>Prochaines étapes</vt:lpstr>
      <vt:lpstr>Et vous, que voudriez-vous voir dans votre outil IAmi ?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 CADENE</dc:creator>
  <cp:lastModifiedBy>Camille TARRAY</cp:lastModifiedBy>
  <cp:revision>75</cp:revision>
  <dcterms:created xsi:type="dcterms:W3CDTF">2025-11-14T17:35:21Z</dcterms:created>
  <dcterms:modified xsi:type="dcterms:W3CDTF">2025-11-26T08:57:14Z</dcterms:modified>
</cp:coreProperties>
</file>