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BFDB"/>
    <a:srgbClr val="F6F6F6"/>
    <a:srgbClr val="29295E"/>
    <a:srgbClr val="33AF7F"/>
    <a:srgbClr val="E3E9F1"/>
    <a:srgbClr val="3F4798"/>
    <a:srgbClr val="6477B9"/>
    <a:srgbClr val="95A2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21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B886F-92F7-4033-AB47-527ACFD21720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0B141-353F-4004-B6C0-8402673C81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52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5702B-717B-140C-36A0-5CE427573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EBB610E-6360-9957-3698-8E7D3EF8A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D9548C-1755-F052-4AF2-78533EA52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5A3A4D-ADA6-C47E-4E57-E3D43991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55E974-D522-4259-9B99-BC57C73D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76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CE76E9-014E-7E08-F927-E5AC0BAD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FCC781-D4B0-8C1C-0321-1AEB965F4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288CAD-8E61-540C-19ED-E53AB7BB5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2B011C-A833-1ABE-D913-058F501E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932848-C708-1990-1171-63D1E94F7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919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6A40E-26EB-8EE6-00AD-3AA77A7D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0774E2-4814-76F4-7129-ABBBC214E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81E640-B928-5D04-0BAA-212F494B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D6099C-AD65-48AA-2424-E3A200997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4FF717-002D-9152-8135-1AF56111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353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6AC0C2-C827-F866-2057-1356CC93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85C026-15AB-D94C-4026-6BF5CED0B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73D249-B329-EFD9-7F5D-945E412F4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2D00F6-0327-5D07-DD5D-B249B13B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3CDB1C-7AC4-D159-5B15-A0239915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419E8E-F43E-516C-AAAA-B76C7AEB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43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9DEC08-7609-739A-3677-4CAE4F30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C49E80-FCB6-6646-0189-882221D3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C64E3E-9EFE-7388-AB13-B99000FEF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20D8F53-1474-801E-D83F-F246D2F01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F7D1C67-3F9D-8509-2E9F-40732338A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45D06BE-B9CC-4938-7953-EE6C9147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752BFAF-6DF6-C2EA-D4FE-6AA0CD7E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838AB69-274B-01BD-E4C9-C79FC590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394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3BFB3F-1A8B-B0EE-E90A-4B84436B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BD147C-90CF-DB5F-164B-F36A89DFE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7EE571-F8D9-264D-49E5-820A4119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81F53A-32C1-B11D-F995-C7A4C811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671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1B29B24-F5FD-3A93-2A07-0A050CA4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A5A27AA-3C91-97BF-65FB-7A1BA3E8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E384B0-102F-8954-6BB8-851C470B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135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129A83-6C3D-0DCE-48E8-3ADE51E5A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0DBB2C-5678-5423-2F6A-CBCE1936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95751B-18F3-8D67-B9CD-D92410433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364A51-E07D-4C25-B3CE-6416BA622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C28FEB-5FC7-4486-8E85-8FC1D4C5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888B4B-5D06-113C-3287-922ABFFE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11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5CCED7-CBB4-27D1-A38F-478ACD1C8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0B73C3-F923-1749-4101-FE54A74EF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F3C386-1282-D75F-8F4B-A7968DE3B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F8F65A-7282-6572-BBD9-D4C1E962C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F7BA6D-1EC3-66B7-1177-6E0BD7AD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B4C885-E519-CB24-FE93-B36CEB12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10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845051-0EDA-947A-9390-B3411C4B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506971-7B70-4BD8-5D55-554BE6DC1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9A6E8C-B8AF-0BBD-83B3-EABC60C1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4D0B68-E62C-380C-67DE-0895B05B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3C08CC-C841-33DD-1600-1E7F61BD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575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35D764C-82F6-CFE4-8D2D-A4611E2C7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0B13FF-6A2A-1996-DC97-25042CEE4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DCCD00-81C0-8869-84AF-354FCCE6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017C-8810-4A57-B6BC-275BDDE2789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7E202C-E628-F4B8-E1FE-CE5C868F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B2F9B7-5C16-B338-177F-BB1DE884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24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E461E16-2DED-4DC8-0B78-7BFAAAB2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AEA571-0785-60AF-0C57-173CB70CA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64EEFA-4B7A-35C2-A019-E824DB077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3017C-8810-4A57-B6BC-275BDDE2789A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37A2AE-3D80-4222-3E88-7C38BD664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72295E-649E-7A5C-858A-8CC8B8DC9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4555C-5B1F-433F-B25B-59252106552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3436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C73A64BF-2AB6-A03D-AFCD-60F18ED872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15505FD8-7912-EB82-2184-2D69F18C74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8051" y="836508"/>
            <a:ext cx="2766509" cy="261281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2AA57CD-41DF-8867-0104-2FF7E3390E38}"/>
              </a:ext>
            </a:extLst>
          </p:cNvPr>
          <p:cNvSpPr txBox="1"/>
          <p:nvPr/>
        </p:nvSpPr>
        <p:spPr>
          <a:xfrm>
            <a:off x="8148320" y="404368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144620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392FBC52-FD10-069F-AFE2-9FC32BCD33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840F2C0-39DB-1039-846B-DB346320674C}"/>
              </a:ext>
            </a:extLst>
          </p:cNvPr>
          <p:cNvSpPr txBox="1"/>
          <p:nvPr/>
        </p:nvSpPr>
        <p:spPr>
          <a:xfrm>
            <a:off x="335280" y="35560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SOMMAIRE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86895EC7-0CFC-4DCC-13F6-105CD7872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F0B5DE6-5BDD-BA9A-CD24-537C0657C273}"/>
              </a:ext>
            </a:extLst>
          </p:cNvPr>
          <p:cNvSpPr txBox="1"/>
          <p:nvPr/>
        </p:nvSpPr>
        <p:spPr>
          <a:xfrm>
            <a:off x="5506721" y="1223665"/>
            <a:ext cx="5943600" cy="5038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95A2B8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XXX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95A2B8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944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833FB-B50E-D770-1E1E-1C57FE682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BD3F53E3-91FF-2CBF-0370-6091E3FA91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4A9F07-B0E7-F17F-8791-6E265A27F665}"/>
              </a:ext>
            </a:extLst>
          </p:cNvPr>
          <p:cNvSpPr txBox="1"/>
          <p:nvPr/>
        </p:nvSpPr>
        <p:spPr>
          <a:xfrm>
            <a:off x="335280" y="35560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3E9F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OBJECTIFS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29F9A3C7-DEA7-063B-B242-7A8F8BB6E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C9EED70-A903-64C8-DBF6-84FBC2B9170E}"/>
              </a:ext>
            </a:extLst>
          </p:cNvPr>
          <p:cNvSpPr txBox="1"/>
          <p:nvPr/>
        </p:nvSpPr>
        <p:spPr>
          <a:xfrm>
            <a:off x="335280" y="121797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Pourquoi IAMI ?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F9E776A-C1DF-B5CC-454C-C10D118621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152" t="21955" r="3872" b="16543"/>
          <a:stretch>
            <a:fillRect/>
          </a:stretch>
        </p:blipFill>
        <p:spPr>
          <a:xfrm>
            <a:off x="2717800" y="0"/>
            <a:ext cx="9474199" cy="6858000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B3D3E39A-9735-6E68-5B49-BE17DA3EAFD6}"/>
              </a:ext>
            </a:extLst>
          </p:cNvPr>
          <p:cNvGrpSpPr/>
          <p:nvPr/>
        </p:nvGrpSpPr>
        <p:grpSpPr>
          <a:xfrm>
            <a:off x="4932363" y="5199180"/>
            <a:ext cx="6662738" cy="951820"/>
            <a:chOff x="4932363" y="5189538"/>
            <a:chExt cx="6662738" cy="951820"/>
          </a:xfrm>
        </p:grpSpPr>
        <p:pic>
          <p:nvPicPr>
            <p:cNvPr id="9" name="Graphique 8">
              <a:extLst>
                <a:ext uri="{FF2B5EF4-FFF2-40B4-BE49-F238E27FC236}">
                  <a16:creationId xmlns:a16="http://schemas.microsoft.com/office/drawing/2014/main" id="{7EF2D282-82FE-031F-6B9C-295B9BB56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A293E06-A1CA-2BA3-6300-62E2E4C13B74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4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5DC1160D-AA8B-0E56-ED9A-D5D85F4ACFE3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3E9F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3E9F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opérations, recrutement, backoffice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5C53721B-A220-40A5-EC06-BB38A1CB22B1}"/>
              </a:ext>
            </a:extLst>
          </p:cNvPr>
          <p:cNvGrpSpPr/>
          <p:nvPr/>
        </p:nvGrpSpPr>
        <p:grpSpPr>
          <a:xfrm>
            <a:off x="4932363" y="3838180"/>
            <a:ext cx="6662738" cy="951820"/>
            <a:chOff x="4932363" y="5189538"/>
            <a:chExt cx="6662738" cy="951820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643B9D1B-F599-E636-9631-939954C29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55023EAA-1344-E9EB-9704-91DD2D8A2BC4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3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2AE6B09-FE84-97B8-AC75-C005FAD29BB2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3E9F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3E9F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opérations, recrutement, backoffice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7B46AB56-E8A7-184A-62BE-4AEBE9CFB84C}"/>
              </a:ext>
            </a:extLst>
          </p:cNvPr>
          <p:cNvGrpSpPr/>
          <p:nvPr/>
        </p:nvGrpSpPr>
        <p:grpSpPr>
          <a:xfrm>
            <a:off x="4932363" y="2477180"/>
            <a:ext cx="6662738" cy="951820"/>
            <a:chOff x="4932363" y="5189538"/>
            <a:chExt cx="6662738" cy="951820"/>
          </a:xfrm>
        </p:grpSpPr>
        <p:pic>
          <p:nvPicPr>
            <p:cNvPr id="22" name="Graphique 21">
              <a:extLst>
                <a:ext uri="{FF2B5EF4-FFF2-40B4-BE49-F238E27FC236}">
                  <a16:creationId xmlns:a16="http://schemas.microsoft.com/office/drawing/2014/main" id="{10B2BB33-7AFE-CAE2-2DD6-69BC5131F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4939CE20-BE55-8254-22F5-6138850717BA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2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C092CBFD-1104-04CE-0046-3FE60D560C2F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3E9F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3E9F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opérations, recrutement, backoffice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008A3561-CCD1-7B6D-E6D9-B704DF7E0079}"/>
              </a:ext>
            </a:extLst>
          </p:cNvPr>
          <p:cNvGrpSpPr/>
          <p:nvPr/>
        </p:nvGrpSpPr>
        <p:grpSpPr>
          <a:xfrm>
            <a:off x="4932363" y="1116180"/>
            <a:ext cx="6662738" cy="951820"/>
            <a:chOff x="4932363" y="5189538"/>
            <a:chExt cx="6662738" cy="951820"/>
          </a:xfrm>
        </p:grpSpPr>
        <p:pic>
          <p:nvPicPr>
            <p:cNvPr id="26" name="Graphique 25">
              <a:extLst>
                <a:ext uri="{FF2B5EF4-FFF2-40B4-BE49-F238E27FC236}">
                  <a16:creationId xmlns:a16="http://schemas.microsoft.com/office/drawing/2014/main" id="{F87CA565-1AF9-D255-AD6E-8ED20D90C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32363" y="5189538"/>
              <a:ext cx="6662738" cy="951820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AAF8D83E-01BD-A9E6-128C-177249FD50B3}"/>
                </a:ext>
              </a:extLst>
            </p:cNvPr>
            <p:cNvSpPr txBox="1"/>
            <p:nvPr/>
          </p:nvSpPr>
          <p:spPr>
            <a:xfrm>
              <a:off x="5156200" y="5342282"/>
              <a:ext cx="5715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solidFill>
                    <a:srgbClr val="3F4798"/>
                  </a:solidFill>
                  <a:latin typeface="Helvetica Condensed" panose="020B0806000000000000" pitchFamily="34" charset="0"/>
                </a:rPr>
                <a:t>1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934855E0-5D69-E3EA-DDC0-123C46EA2C61}"/>
                </a:ext>
              </a:extLst>
            </p:cNvPr>
            <p:cNvSpPr txBox="1"/>
            <p:nvPr/>
          </p:nvSpPr>
          <p:spPr>
            <a:xfrm>
              <a:off x="6096000" y="5342282"/>
              <a:ext cx="525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E3E9F1"/>
                  </a:solidFill>
                  <a:latin typeface="HelveticaNeue" panose="00000400000000000000" pitchFamily="2" charset="0"/>
                </a:rPr>
                <a:t>Adresser l’ensemble des métiers d’Elitys : </a:t>
              </a:r>
            </a:p>
            <a:p>
              <a:r>
                <a:rPr lang="fr-FR" dirty="0">
                  <a:solidFill>
                    <a:srgbClr val="E3E9F1"/>
                  </a:solidFill>
                  <a:latin typeface="HelveticaNeue" panose="00000400000000000000" pitchFamily="2" charset="0"/>
                </a:rPr>
                <a:t>opérations, recrutement, backoffice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4999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1B6E2-178F-6976-7A5D-F5C060B67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DC56601B-E486-6ADA-A340-4314F12246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6B49292-CDFB-0298-2A59-CFB46EED362A}"/>
              </a:ext>
            </a:extLst>
          </p:cNvPr>
          <p:cNvSpPr txBox="1"/>
          <p:nvPr/>
        </p:nvSpPr>
        <p:spPr>
          <a:xfrm>
            <a:off x="335280" y="35560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TIMELINE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9A20A364-35D8-CE57-1FC8-1646FE90D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0E7EF72-F118-8939-AB52-B17835A2E65C}"/>
              </a:ext>
            </a:extLst>
          </p:cNvPr>
          <p:cNvSpPr txBox="1"/>
          <p:nvPr/>
        </p:nvSpPr>
        <p:spPr>
          <a:xfrm>
            <a:off x="335280" y="1217970"/>
            <a:ext cx="323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Titre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FD7081E6-1E92-3BED-2BF6-0906E8B3A5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3429000"/>
            <a:ext cx="10718800" cy="814970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A48DAD79-5D7B-5FA4-3518-4BD89CB1E721}"/>
              </a:ext>
            </a:extLst>
          </p:cNvPr>
          <p:cNvSpPr txBox="1"/>
          <p:nvPr/>
        </p:nvSpPr>
        <p:spPr>
          <a:xfrm>
            <a:off x="1231901" y="2376130"/>
            <a:ext cx="2374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PRESENTATION </a:t>
            </a:r>
            <a:b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</a:br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KEY USERS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Réunion mensuelle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5C14045-3F23-0D37-F5F9-53F472594E31}"/>
              </a:ext>
            </a:extLst>
          </p:cNvPr>
          <p:cNvSpPr txBox="1"/>
          <p:nvPr/>
        </p:nvSpPr>
        <p:spPr>
          <a:xfrm>
            <a:off x="3648869" y="4498109"/>
            <a:ext cx="28408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DEPLOIEMENT </a:t>
            </a:r>
            <a:b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</a:br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KEY USERS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Réunion mensuelle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Remontée des bugs 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Idée d’amélioration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90E8695-CE20-F727-581D-C69D9CEE4180}"/>
              </a:ext>
            </a:extLst>
          </p:cNvPr>
          <p:cNvSpPr txBox="1"/>
          <p:nvPr/>
        </p:nvSpPr>
        <p:spPr>
          <a:xfrm>
            <a:off x="6188868" y="2376130"/>
            <a:ext cx="2726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DEPLOIEMENT </a:t>
            </a:r>
            <a:b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</a:br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ELITYS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Amélioration continue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A7E1EE4-5B4B-EDDB-4A06-0EBF65D88609}"/>
              </a:ext>
            </a:extLst>
          </p:cNvPr>
          <p:cNvSpPr txBox="1"/>
          <p:nvPr/>
        </p:nvSpPr>
        <p:spPr>
          <a:xfrm>
            <a:off x="8654652" y="4498109"/>
            <a:ext cx="31182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latin typeface="Helvetica Condensed" panose="020B0806000000000000" pitchFamily="34" charset="0"/>
              </a:rPr>
              <a:t>GO LIVE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Elitys utilise IAMI pour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booster la productivité</a:t>
            </a:r>
          </a:p>
          <a:p>
            <a:r>
              <a:rPr lang="fr-FR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 vous permettre de vous concentrer sur vos métiers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78F7954-B9C5-A850-4992-52FE374AF4ED}"/>
              </a:ext>
            </a:extLst>
          </p:cNvPr>
          <p:cNvSpPr txBox="1"/>
          <p:nvPr/>
        </p:nvSpPr>
        <p:spPr>
          <a:xfrm>
            <a:off x="1623060" y="4373510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26.11.25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DF567BC6-17BA-E983-73C3-41CC3D52371B}"/>
              </a:ext>
            </a:extLst>
          </p:cNvPr>
          <p:cNvSpPr txBox="1"/>
          <p:nvPr/>
        </p:nvSpPr>
        <p:spPr>
          <a:xfrm>
            <a:off x="4286965" y="2976441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16.01.26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C347F0F-C75C-A906-C3AA-2B8A861FC8C8}"/>
              </a:ext>
            </a:extLst>
          </p:cNvPr>
          <p:cNvSpPr txBox="1"/>
          <p:nvPr/>
        </p:nvSpPr>
        <p:spPr>
          <a:xfrm>
            <a:off x="6769814" y="4373510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06.26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B5F6819-B672-916D-5A3F-A4154A9243F6}"/>
              </a:ext>
            </a:extLst>
          </p:cNvPr>
          <p:cNvSpPr txBox="1"/>
          <p:nvPr/>
        </p:nvSpPr>
        <p:spPr>
          <a:xfrm>
            <a:off x="9431455" y="2976441"/>
            <a:ext cx="1564640" cy="37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29295E"/>
                </a:solidFill>
                <a:highlight>
                  <a:srgbClr val="C0C0C0"/>
                </a:highlight>
                <a:latin typeface="HelveticaNeue" panose="00000400000000000000" pitchFamily="2" charset="0"/>
              </a:rPr>
              <a:t>11.26</a:t>
            </a:r>
          </a:p>
        </p:txBody>
      </p:sp>
    </p:spTree>
    <p:extLst>
      <p:ext uri="{BB962C8B-B14F-4D97-AF65-F5344CB8AC3E}">
        <p14:creationId xmlns:p14="http://schemas.microsoft.com/office/powerpoint/2010/main" val="2987595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40CF3-B082-F42B-9C4E-B5495570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9591F757-C036-23B1-C4D9-804F26695D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1C4D6D9-108C-2AEC-874D-C0EE4336DA76}"/>
              </a:ext>
            </a:extLst>
          </p:cNvPr>
          <p:cNvSpPr txBox="1"/>
          <p:nvPr/>
        </p:nvSpPr>
        <p:spPr>
          <a:xfrm>
            <a:off x="2755900" y="3198167"/>
            <a:ext cx="867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b="1" dirty="0">
                <a:solidFill>
                  <a:srgbClr val="33AF7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 DE LA VERSION BETA</a:t>
            </a:r>
          </a:p>
        </p:txBody>
      </p:sp>
    </p:spTree>
    <p:extLst>
      <p:ext uri="{BB962C8B-B14F-4D97-AF65-F5344CB8AC3E}">
        <p14:creationId xmlns:p14="http://schemas.microsoft.com/office/powerpoint/2010/main" val="4218743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449B-E234-6380-0F1C-32326EB78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1B3CD7A8-3A73-FD07-2273-04047CF918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B09B6E6-77F8-5A4D-410B-B2DB151EC607}"/>
              </a:ext>
            </a:extLst>
          </p:cNvPr>
          <p:cNvSpPr txBox="1"/>
          <p:nvPr/>
        </p:nvSpPr>
        <p:spPr>
          <a:xfrm>
            <a:off x="335279" y="355600"/>
            <a:ext cx="4000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PROCHAINES ETAPES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7587987D-A7EE-6770-65A0-1AB8EC5CF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670" y="929025"/>
            <a:ext cx="1008000" cy="84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1C1E78A-453E-5B41-DE70-1015355E986C}"/>
              </a:ext>
            </a:extLst>
          </p:cNvPr>
          <p:cNvSpPr txBox="1"/>
          <p:nvPr/>
        </p:nvSpPr>
        <p:spPr>
          <a:xfrm>
            <a:off x="335279" y="1217970"/>
            <a:ext cx="5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6477B9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Exemples de mes prochains besoins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40E75FF0-DE74-CED0-8950-50386E5C7F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6152" t="21955" r="36847" b="16543"/>
          <a:stretch>
            <a:fillRect/>
          </a:stretch>
        </p:blipFill>
        <p:spPr>
          <a:xfrm>
            <a:off x="6189976" y="0"/>
            <a:ext cx="6002023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180868E-E46A-F5A9-F3B0-9D5E3412528C}"/>
              </a:ext>
            </a:extLst>
          </p:cNvPr>
          <p:cNvSpPr txBox="1"/>
          <p:nvPr/>
        </p:nvSpPr>
        <p:spPr>
          <a:xfrm>
            <a:off x="1415670" y="2478038"/>
            <a:ext cx="74235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précisément ce qu’on peut générer dans les EAE </a:t>
            </a: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 ce qui est fait en réunion BM/ Consultant</a:t>
            </a:r>
          </a:p>
          <a:p>
            <a:endParaRPr lang="fr-FR" sz="2000" b="1" dirty="0">
              <a:solidFill>
                <a:srgbClr val="29295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ce que vous aimeriez voir dans le tableau de bord</a:t>
            </a:r>
          </a:p>
          <a:p>
            <a:endParaRPr lang="fr-FR" sz="2000" b="1" dirty="0">
              <a:solidFill>
                <a:srgbClr val="29295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les KPIS qui vous intéressent pour les besoins </a:t>
            </a:r>
          </a:p>
          <a:p>
            <a:endParaRPr lang="fr-FR" sz="2000" b="1" dirty="0">
              <a:solidFill>
                <a:srgbClr val="29295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fr-FR" sz="2000" b="1" dirty="0">
                <a:solidFill>
                  <a:srgbClr val="29295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Définir l’évolution des objectifs </a:t>
            </a:r>
          </a:p>
        </p:txBody>
      </p:sp>
    </p:spTree>
    <p:extLst>
      <p:ext uri="{BB962C8B-B14F-4D97-AF65-F5344CB8AC3E}">
        <p14:creationId xmlns:p14="http://schemas.microsoft.com/office/powerpoint/2010/main" val="2765390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457EE-F2FC-9AA5-39F2-81280A46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A37F1EB2-6EB6-705D-409D-4046C56171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D6BC08D-E5AE-B577-AFA2-6559CCEC21D3}"/>
              </a:ext>
            </a:extLst>
          </p:cNvPr>
          <p:cNvSpPr txBox="1"/>
          <p:nvPr/>
        </p:nvSpPr>
        <p:spPr>
          <a:xfrm>
            <a:off x="2755900" y="3198167"/>
            <a:ext cx="867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33AF7F"/>
                </a:solidFill>
                <a:latin typeface="HelveticaNeue" panose="00000400000000000000" pitchFamily="2" charset="0"/>
              </a:rPr>
              <a:t>ET VOUS, </a:t>
            </a:r>
          </a:p>
          <a:p>
            <a:r>
              <a:rPr lang="fr-FR" sz="2400" dirty="0">
                <a:solidFill>
                  <a:srgbClr val="33AF7F"/>
                </a:solidFill>
                <a:latin typeface="HelveticaNeue" panose="00000400000000000000" pitchFamily="2" charset="0"/>
              </a:rPr>
              <a:t>QUE VOUDRIEZ VOUS VOIR DANS VOTRE OUTILS IAMI ? </a:t>
            </a:r>
          </a:p>
        </p:txBody>
      </p:sp>
    </p:spTree>
    <p:extLst>
      <p:ext uri="{BB962C8B-B14F-4D97-AF65-F5344CB8AC3E}">
        <p14:creationId xmlns:p14="http://schemas.microsoft.com/office/powerpoint/2010/main" val="272052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1D368-3BCB-890E-E8BA-6D26684C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16DF3A11-D5E3-A245-0BAC-BE9BD80A8A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Graphique 2">
            <a:extLst>
              <a:ext uri="{FF2B5EF4-FFF2-40B4-BE49-F238E27FC236}">
                <a16:creationId xmlns:a16="http://schemas.microsoft.com/office/drawing/2014/main" id="{03BDE77B-258D-9350-87A8-D853A989E2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017295"/>
            <a:ext cx="12192000" cy="282341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A91C47F-4B17-6E1E-F61C-C6ED76C1CAD8}"/>
              </a:ext>
            </a:extLst>
          </p:cNvPr>
          <p:cNvSpPr txBox="1"/>
          <p:nvPr/>
        </p:nvSpPr>
        <p:spPr>
          <a:xfrm>
            <a:off x="3228973" y="2220267"/>
            <a:ext cx="5734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b="1" dirty="0">
                <a:solidFill>
                  <a:srgbClr val="F6F6F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merci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C8DD28B-8AA8-44EA-89D7-4BE5D018C7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3461" y="4703071"/>
            <a:ext cx="1565078" cy="147812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33BCA51-E5A7-C721-1CC0-5B65D66A351C}"/>
              </a:ext>
            </a:extLst>
          </p:cNvPr>
          <p:cNvSpPr txBox="1"/>
          <p:nvPr/>
        </p:nvSpPr>
        <p:spPr>
          <a:xfrm>
            <a:off x="4060188" y="6193899"/>
            <a:ext cx="4071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rgbClr val="DEBFDB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www.iamisolutions.com/</a:t>
            </a:r>
          </a:p>
        </p:txBody>
      </p:sp>
    </p:spTree>
    <p:extLst>
      <p:ext uri="{BB962C8B-B14F-4D97-AF65-F5344CB8AC3E}">
        <p14:creationId xmlns:p14="http://schemas.microsoft.com/office/powerpoint/2010/main" val="37907993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180</Words>
  <Application>Microsoft Macintosh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Helvetica Condensed</vt:lpstr>
      <vt:lpstr>Helvetica Neue</vt:lpstr>
      <vt:lpstr>Helvetica Neue Light</vt:lpstr>
      <vt:lpstr>Helvetica Neue Thin</vt:lpstr>
      <vt:lpstr>HelveticaNeue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Camille TARRAY</dc:creator>
  <cp:lastModifiedBy>Théo CADENE</cp:lastModifiedBy>
  <cp:revision>7</cp:revision>
  <dcterms:created xsi:type="dcterms:W3CDTF">2026-02-16T13:47:53Z</dcterms:created>
  <dcterms:modified xsi:type="dcterms:W3CDTF">2026-02-17T00:45:01Z</dcterms:modified>
</cp:coreProperties>
</file>