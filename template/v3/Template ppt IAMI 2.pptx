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6" r:id="rId5"/>
    <p:sldId id="269" r:id="rId6"/>
    <p:sldId id="270" r:id="rId7"/>
    <p:sldId id="268" r:id="rId8"/>
    <p:sldId id="271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4798"/>
    <a:srgbClr val="29295E"/>
    <a:srgbClr val="E3E9F1"/>
    <a:srgbClr val="F6F6F6"/>
    <a:srgbClr val="6477B9"/>
    <a:srgbClr val="95A2B8"/>
    <a:srgbClr val="10B981"/>
    <a:srgbClr val="E4E9F0"/>
    <a:srgbClr val="DEBFDB"/>
    <a:srgbClr val="33A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7DDFD4-B34F-4CA9-9A41-6897E0E27DFE}" v="28" dt="2026-04-02T09:10:02.5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02" autoAdjust="0"/>
    <p:restoredTop sz="94621"/>
  </p:normalViewPr>
  <p:slideViewPr>
    <p:cSldViewPr snapToGrid="0">
      <p:cViewPr varScale="1">
        <p:scale>
          <a:sx n="135" d="100"/>
          <a:sy n="135" d="100"/>
        </p:scale>
        <p:origin x="16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ille TARRAY" userId="e664a25c-4699-4ad8-90d0-be26faffe77d" providerId="ADAL" clId="{D3A5423D-F379-4658-B2EF-D4567B1F3CF7}"/>
    <pc:docChg chg="undo custSel addSld delSld modSld">
      <pc:chgData name="Camille TARRAY" userId="e664a25c-4699-4ad8-90d0-be26faffe77d" providerId="ADAL" clId="{D3A5423D-F379-4658-B2EF-D4567B1F3CF7}" dt="2026-04-02T09:51:01.864" v="680" actId="478"/>
      <pc:docMkLst>
        <pc:docMk/>
      </pc:docMkLst>
      <pc:sldChg chg="add del">
        <pc:chgData name="Camille TARRAY" userId="e664a25c-4699-4ad8-90d0-be26faffe77d" providerId="ADAL" clId="{D3A5423D-F379-4658-B2EF-D4567B1F3CF7}" dt="2026-03-26T16:56:59.721" v="295" actId="47"/>
        <pc:sldMkLst>
          <pc:docMk/>
          <pc:sldMk cId="2124999364" sldId="258"/>
        </pc:sldMkLst>
      </pc:sldChg>
      <pc:sldChg chg="addSp delSp modSp add mod">
        <pc:chgData name="Camille TARRAY" userId="e664a25c-4699-4ad8-90d0-be26faffe77d" providerId="ADAL" clId="{D3A5423D-F379-4658-B2EF-D4567B1F3CF7}" dt="2026-04-02T09:50:32.998" v="638" actId="478"/>
        <pc:sldMkLst>
          <pc:docMk/>
          <pc:sldMk cId="1295749312" sldId="266"/>
        </pc:sldMkLst>
        <pc:spChg chg="add mod">
          <ac:chgData name="Camille TARRAY" userId="e664a25c-4699-4ad8-90d0-be26faffe77d" providerId="ADAL" clId="{D3A5423D-F379-4658-B2EF-D4567B1F3CF7}" dt="2026-03-26T16:36:47.330" v="261" actId="403"/>
          <ac:spMkLst>
            <pc:docMk/>
            <pc:sldMk cId="1295749312" sldId="266"/>
            <ac:spMk id="21" creationId="{A53C22DE-69FA-5602-47ED-8E7D6F24FD9A}"/>
          </ac:spMkLst>
        </pc:spChg>
        <pc:spChg chg="add mod">
          <ac:chgData name="Camille TARRAY" userId="e664a25c-4699-4ad8-90d0-be26faffe77d" providerId="ADAL" clId="{D3A5423D-F379-4658-B2EF-D4567B1F3CF7}" dt="2026-03-26T16:36:57.782" v="262" actId="1076"/>
          <ac:spMkLst>
            <pc:docMk/>
            <pc:sldMk cId="1295749312" sldId="266"/>
            <ac:spMk id="22" creationId="{73C8CB32-6BC5-DBDC-3980-BB3A47E72CF9}"/>
          </ac:spMkLst>
        </pc:spChg>
        <pc:spChg chg="add del mod">
          <ac:chgData name="Camille TARRAY" userId="e664a25c-4699-4ad8-90d0-be26faffe77d" providerId="ADAL" clId="{D3A5423D-F379-4658-B2EF-D4567B1F3CF7}" dt="2026-04-02T09:50:32.998" v="638" actId="478"/>
          <ac:spMkLst>
            <pc:docMk/>
            <pc:sldMk cId="1295749312" sldId="266"/>
            <ac:spMk id="23" creationId="{E0927C1C-7E35-43C0-FE66-3B80368A57BA}"/>
          </ac:spMkLst>
        </pc:spChg>
        <pc:spChg chg="mod">
          <ac:chgData name="Camille TARRAY" userId="e664a25c-4699-4ad8-90d0-be26faffe77d" providerId="ADAL" clId="{D3A5423D-F379-4658-B2EF-D4567B1F3CF7}" dt="2026-03-26T16:36:44.564" v="259" actId="403"/>
          <ac:spMkLst>
            <pc:docMk/>
            <pc:sldMk cId="1295749312" sldId="266"/>
            <ac:spMk id="27" creationId="{A9E337E9-21D4-9ECD-AB45-8D56C27009C6}"/>
          </ac:spMkLst>
        </pc:spChg>
        <pc:spChg chg="mod">
          <ac:chgData name="Camille TARRAY" userId="e664a25c-4699-4ad8-90d0-be26faffe77d" providerId="ADAL" clId="{D3A5423D-F379-4658-B2EF-D4567B1F3CF7}" dt="2026-03-26T16:37:02.362" v="263" actId="1076"/>
          <ac:spMkLst>
            <pc:docMk/>
            <pc:sldMk cId="1295749312" sldId="266"/>
            <ac:spMk id="28" creationId="{1E955FB7-F62D-9D62-A1BB-468359D8D0B2}"/>
          </ac:spMkLst>
        </pc:spChg>
        <pc:grpChg chg="add mod">
          <ac:chgData name="Camille TARRAY" userId="e664a25c-4699-4ad8-90d0-be26faffe77d" providerId="ADAL" clId="{D3A5423D-F379-4658-B2EF-D4567B1F3CF7}" dt="2026-03-26T17:00:50.703" v="338" actId="1037"/>
          <ac:grpSpMkLst>
            <pc:docMk/>
            <pc:sldMk cId="1295749312" sldId="266"/>
            <ac:grpSpMk id="24" creationId="{99A2B772-864C-BC1A-D696-13ED46DB7DC1}"/>
          </ac:grpSpMkLst>
        </pc:grpChg>
        <pc:grpChg chg="add mod">
          <ac:chgData name="Camille TARRAY" userId="e664a25c-4699-4ad8-90d0-be26faffe77d" providerId="ADAL" clId="{D3A5423D-F379-4658-B2EF-D4567B1F3CF7}" dt="2026-03-26T17:00:50.703" v="338" actId="1037"/>
          <ac:grpSpMkLst>
            <pc:docMk/>
            <pc:sldMk cId="1295749312" sldId="266"/>
            <ac:grpSpMk id="25" creationId="{37A54723-1B01-89FE-0151-339B959DC7BD}"/>
          </ac:grpSpMkLst>
        </pc:grpChg>
        <pc:picChg chg="ord">
          <ac:chgData name="Camille TARRAY" userId="e664a25c-4699-4ad8-90d0-be26faffe77d" providerId="ADAL" clId="{D3A5423D-F379-4658-B2EF-D4567B1F3CF7}" dt="2026-03-26T16:37:23.494" v="268" actId="167"/>
          <ac:picMkLst>
            <pc:docMk/>
            <pc:sldMk cId="1295749312" sldId="266"/>
            <ac:picMk id="5" creationId="{FB47CBD1-D7B9-2FFF-9EF1-661C4E2098D0}"/>
          </ac:picMkLst>
        </pc:picChg>
        <pc:picChg chg="add mod">
          <ac:chgData name="Camille TARRAY" userId="e664a25c-4699-4ad8-90d0-be26faffe77d" providerId="ADAL" clId="{D3A5423D-F379-4658-B2EF-D4567B1F3CF7}" dt="2026-03-26T16:36:00.594" v="255" actId="164"/>
          <ac:picMkLst>
            <pc:docMk/>
            <pc:sldMk cId="1295749312" sldId="266"/>
            <ac:picMk id="20" creationId="{52EDC06F-8D3A-E1F8-20A0-C5EFFAFA6AA4}"/>
          </ac:picMkLst>
        </pc:picChg>
        <pc:picChg chg="mod">
          <ac:chgData name="Camille TARRAY" userId="e664a25c-4699-4ad8-90d0-be26faffe77d" providerId="ADAL" clId="{D3A5423D-F379-4658-B2EF-D4567B1F3CF7}" dt="2026-03-26T16:36:02.356" v="256"/>
          <ac:picMkLst>
            <pc:docMk/>
            <pc:sldMk cId="1295749312" sldId="266"/>
            <ac:picMk id="26" creationId="{C1119AFF-24A4-0149-517D-993BE09512FD}"/>
          </ac:picMkLst>
        </pc:picChg>
        <pc:picChg chg="add mod ord">
          <ac:chgData name="Camille TARRAY" userId="e664a25c-4699-4ad8-90d0-be26faffe77d" providerId="ADAL" clId="{D3A5423D-F379-4658-B2EF-D4567B1F3CF7}" dt="2026-03-26T16:37:23.494" v="268" actId="167"/>
          <ac:picMkLst>
            <pc:docMk/>
            <pc:sldMk cId="1295749312" sldId="266"/>
            <ac:picMk id="29" creationId="{D9F2D086-463E-C97A-45F6-C762E52E1BFE}"/>
          </ac:picMkLst>
        </pc:picChg>
      </pc:sldChg>
      <pc:sldChg chg="addSp delSp modSp add mod">
        <pc:chgData name="Camille TARRAY" userId="e664a25c-4699-4ad8-90d0-be26faffe77d" providerId="ADAL" clId="{D3A5423D-F379-4658-B2EF-D4567B1F3CF7}" dt="2026-04-02T09:51:01.864" v="680" actId="478"/>
        <pc:sldMkLst>
          <pc:docMk/>
          <pc:sldMk cId="3293591592" sldId="268"/>
        </pc:sldMkLst>
        <pc:spChg chg="add del mod">
          <ac:chgData name="Camille TARRAY" userId="e664a25c-4699-4ad8-90d0-be26faffe77d" providerId="ADAL" clId="{D3A5423D-F379-4658-B2EF-D4567B1F3CF7}" dt="2026-04-02T09:51:01.864" v="680" actId="478"/>
          <ac:spMkLst>
            <pc:docMk/>
            <pc:sldMk cId="3293591592" sldId="268"/>
            <ac:spMk id="4" creationId="{9529746B-3E40-4A0F-452A-CFD017CCF15E}"/>
          </ac:spMkLst>
        </pc:spChg>
        <pc:spChg chg="mod">
          <ac:chgData name="Camille TARRAY" userId="e664a25c-4699-4ad8-90d0-be26faffe77d" providerId="ADAL" clId="{D3A5423D-F379-4658-B2EF-D4567B1F3CF7}" dt="2026-04-01T12:40:28.104" v="360" actId="207"/>
          <ac:spMkLst>
            <pc:docMk/>
            <pc:sldMk cId="3293591592" sldId="268"/>
            <ac:spMk id="6" creationId="{D9266D98-7E68-6FF4-9072-219C75A5C580}"/>
          </ac:spMkLst>
        </pc:spChg>
        <pc:graphicFrameChg chg="add mod ord modGraphic">
          <ac:chgData name="Camille TARRAY" userId="e664a25c-4699-4ad8-90d0-be26faffe77d" providerId="ADAL" clId="{D3A5423D-F379-4658-B2EF-D4567B1F3CF7}" dt="2026-04-02T09:50:49.609" v="664" actId="20577"/>
          <ac:graphicFrameMkLst>
            <pc:docMk/>
            <pc:sldMk cId="3293591592" sldId="268"/>
            <ac:graphicFrameMk id="7" creationId="{94528974-2C2F-E01F-D583-A90673A533BD}"/>
          </ac:graphicFrameMkLst>
        </pc:graphicFrameChg>
        <pc:graphicFrameChg chg="add del mod">
          <ac:chgData name="Camille TARRAY" userId="e664a25c-4699-4ad8-90d0-be26faffe77d" providerId="ADAL" clId="{D3A5423D-F379-4658-B2EF-D4567B1F3CF7}" dt="2026-04-02T09:09:57.683" v="564" actId="21"/>
          <ac:graphicFrameMkLst>
            <pc:docMk/>
            <pc:sldMk cId="3293591592" sldId="268"/>
            <ac:graphicFrameMk id="10" creationId="{A2491F05-2ACA-2FDB-11A2-506173AB7E12}"/>
          </ac:graphicFrameMkLst>
        </pc:graphicFrameChg>
        <pc:picChg chg="add mod ord">
          <ac:chgData name="Camille TARRAY" userId="e664a25c-4699-4ad8-90d0-be26faffe77d" providerId="ADAL" clId="{D3A5423D-F379-4658-B2EF-D4567B1F3CF7}" dt="2026-04-01T12:35:30.454" v="341" actId="167"/>
          <ac:picMkLst>
            <pc:docMk/>
            <pc:sldMk cId="3293591592" sldId="268"/>
            <ac:picMk id="3" creationId="{275A6A98-FF47-4CF0-3935-81DAF566147A}"/>
          </ac:picMkLst>
        </pc:picChg>
        <pc:picChg chg="add del mod">
          <ac:chgData name="Camille TARRAY" userId="e664a25c-4699-4ad8-90d0-be26faffe77d" providerId="ADAL" clId="{D3A5423D-F379-4658-B2EF-D4567B1F3CF7}" dt="2026-04-01T12:42:57.303" v="383" actId="478"/>
          <ac:picMkLst>
            <pc:docMk/>
            <pc:sldMk cId="3293591592" sldId="268"/>
            <ac:picMk id="4" creationId="{AE0380C4-89A8-AFC8-0F66-4AAA070882FD}"/>
          </ac:picMkLst>
        </pc:picChg>
        <pc:picChg chg="add del mod">
          <ac:chgData name="Camille TARRAY" userId="e664a25c-4699-4ad8-90d0-be26faffe77d" providerId="ADAL" clId="{D3A5423D-F379-4658-B2EF-D4567B1F3CF7}" dt="2026-04-02T09:09:57.683" v="564" actId="21"/>
          <ac:picMkLst>
            <pc:docMk/>
            <pc:sldMk cId="3293591592" sldId="268"/>
            <ac:picMk id="5" creationId="{1337FFC5-E284-6D75-DF40-B0BE1095630E}"/>
          </ac:picMkLst>
        </pc:picChg>
        <pc:picChg chg="del">
          <ac:chgData name="Camille TARRAY" userId="e664a25c-4699-4ad8-90d0-be26faffe77d" providerId="ADAL" clId="{D3A5423D-F379-4658-B2EF-D4567B1F3CF7}" dt="2026-04-01T12:35:33.259" v="342" actId="478"/>
          <ac:picMkLst>
            <pc:docMk/>
            <pc:sldMk cId="3293591592" sldId="268"/>
            <ac:picMk id="5" creationId="{4AC2540F-A137-CCF3-CF34-6D97C209957F}"/>
          </ac:picMkLst>
        </pc:picChg>
        <pc:picChg chg="add mod ord">
          <ac:chgData name="Camille TARRAY" userId="e664a25c-4699-4ad8-90d0-be26faffe77d" providerId="ADAL" clId="{D3A5423D-F379-4658-B2EF-D4567B1F3CF7}" dt="2026-03-23T14:41:37.047" v="191" actId="167"/>
          <ac:picMkLst>
            <pc:docMk/>
            <pc:sldMk cId="3293591592" sldId="268"/>
            <ac:picMk id="9" creationId="{FD1D33E0-DAE7-94EB-4300-A9656AF392B1}"/>
          </ac:picMkLst>
        </pc:picChg>
        <pc:picChg chg="add del mod">
          <ac:chgData name="Camille TARRAY" userId="e664a25c-4699-4ad8-90d0-be26faffe77d" providerId="ADAL" clId="{D3A5423D-F379-4658-B2EF-D4567B1F3CF7}" dt="2026-04-01T12:41:54.379" v="366" actId="478"/>
          <ac:picMkLst>
            <pc:docMk/>
            <pc:sldMk cId="3293591592" sldId="268"/>
            <ac:picMk id="11" creationId="{5420420F-A923-A1C9-EA1F-D1F1B62CDBF9}"/>
          </ac:picMkLst>
        </pc:picChg>
        <pc:picChg chg="add del mod">
          <ac:chgData name="Camille TARRAY" userId="e664a25c-4699-4ad8-90d0-be26faffe77d" providerId="ADAL" clId="{D3A5423D-F379-4658-B2EF-D4567B1F3CF7}" dt="2026-04-01T12:42:52.618" v="381" actId="478"/>
          <ac:picMkLst>
            <pc:docMk/>
            <pc:sldMk cId="3293591592" sldId="268"/>
            <ac:picMk id="13" creationId="{7EF0BD53-2173-2D21-FC42-AD114565E616}"/>
          </ac:picMkLst>
        </pc:picChg>
        <pc:picChg chg="add del mod">
          <ac:chgData name="Camille TARRAY" userId="e664a25c-4699-4ad8-90d0-be26faffe77d" providerId="ADAL" clId="{D3A5423D-F379-4658-B2EF-D4567B1F3CF7}" dt="2026-04-01T12:44:55.982" v="402" actId="478"/>
          <ac:picMkLst>
            <pc:docMk/>
            <pc:sldMk cId="3293591592" sldId="268"/>
            <ac:picMk id="15" creationId="{200556EE-44B9-1308-96D9-D1AF72DF9B7B}"/>
          </ac:picMkLst>
        </pc:picChg>
        <pc:picChg chg="add del mod">
          <ac:chgData name="Camille TARRAY" userId="e664a25c-4699-4ad8-90d0-be26faffe77d" providerId="ADAL" clId="{D3A5423D-F379-4658-B2EF-D4567B1F3CF7}" dt="2026-04-01T12:42:45.443" v="377" actId="478"/>
          <ac:picMkLst>
            <pc:docMk/>
            <pc:sldMk cId="3293591592" sldId="268"/>
            <ac:picMk id="17" creationId="{F498914B-ADB7-F214-674F-CCFB435D4FF7}"/>
          </ac:picMkLst>
        </pc:picChg>
        <pc:picChg chg="add del mod">
          <ac:chgData name="Camille TARRAY" userId="e664a25c-4699-4ad8-90d0-be26faffe77d" providerId="ADAL" clId="{D3A5423D-F379-4658-B2EF-D4567B1F3CF7}" dt="2026-04-01T12:46:38.184" v="417" actId="478"/>
          <ac:picMkLst>
            <pc:docMk/>
            <pc:sldMk cId="3293591592" sldId="268"/>
            <ac:picMk id="19" creationId="{CCFB0A14-3A13-7732-7015-18335B80A25F}"/>
          </ac:picMkLst>
        </pc:picChg>
        <pc:picChg chg="add mod">
          <ac:chgData name="Camille TARRAY" userId="e664a25c-4699-4ad8-90d0-be26faffe77d" providerId="ADAL" clId="{D3A5423D-F379-4658-B2EF-D4567B1F3CF7}" dt="2026-04-01T12:46:44.343" v="424" actId="1036"/>
          <ac:picMkLst>
            <pc:docMk/>
            <pc:sldMk cId="3293591592" sldId="268"/>
            <ac:picMk id="21" creationId="{E081C157-F3B3-E6B3-898A-E0C481E52FB4}"/>
          </ac:picMkLst>
        </pc:picChg>
      </pc:sldChg>
      <pc:sldChg chg="addSp delSp modSp add mod">
        <pc:chgData name="Camille TARRAY" userId="e664a25c-4699-4ad8-90d0-be26faffe77d" providerId="ADAL" clId="{D3A5423D-F379-4658-B2EF-D4567B1F3CF7}" dt="2026-04-02T09:50:34.902" v="639" actId="478"/>
        <pc:sldMkLst>
          <pc:docMk/>
          <pc:sldMk cId="2748536429" sldId="269"/>
        </pc:sldMkLst>
        <pc:spChg chg="mod">
          <ac:chgData name="Camille TARRAY" userId="e664a25c-4699-4ad8-90d0-be26faffe77d" providerId="ADAL" clId="{D3A5423D-F379-4658-B2EF-D4567B1F3CF7}" dt="2026-03-26T16:37:41.550" v="271"/>
          <ac:spMkLst>
            <pc:docMk/>
            <pc:sldMk cId="2748536429" sldId="269"/>
            <ac:spMk id="7" creationId="{84E3BA6E-5525-8617-0C83-1F5C8495E636}"/>
          </ac:spMkLst>
        </pc:spChg>
        <pc:spChg chg="mod">
          <ac:chgData name="Camille TARRAY" userId="e664a25c-4699-4ad8-90d0-be26faffe77d" providerId="ADAL" clId="{D3A5423D-F379-4658-B2EF-D4567B1F3CF7}" dt="2026-03-26T16:37:41.550" v="271"/>
          <ac:spMkLst>
            <pc:docMk/>
            <pc:sldMk cId="2748536429" sldId="269"/>
            <ac:spMk id="9" creationId="{4927C9B6-49D9-6385-EF5B-2B6000F9303F}"/>
          </ac:spMkLst>
        </pc:spChg>
        <pc:spChg chg="del">
          <ac:chgData name="Camille TARRAY" userId="e664a25c-4699-4ad8-90d0-be26faffe77d" providerId="ADAL" clId="{D3A5423D-F379-4658-B2EF-D4567B1F3CF7}" dt="2026-04-02T09:50:34.902" v="639" actId="478"/>
          <ac:spMkLst>
            <pc:docMk/>
            <pc:sldMk cId="2748536429" sldId="269"/>
            <ac:spMk id="23" creationId="{8DDF841D-A383-C7BA-554F-90387404B01B}"/>
          </ac:spMkLst>
        </pc:spChg>
        <pc:grpChg chg="add mod">
          <ac:chgData name="Camille TARRAY" userId="e664a25c-4699-4ad8-90d0-be26faffe77d" providerId="ADAL" clId="{D3A5423D-F379-4658-B2EF-D4567B1F3CF7}" dt="2026-03-26T16:37:49.786" v="272" actId="1076"/>
          <ac:grpSpMkLst>
            <pc:docMk/>
            <pc:sldMk cId="2748536429" sldId="269"/>
            <ac:grpSpMk id="3" creationId="{05FDA017-6BA6-19B3-B32C-908B93E076B8}"/>
          </ac:grpSpMkLst>
        </pc:grpChg>
        <pc:picChg chg="mod">
          <ac:chgData name="Camille TARRAY" userId="e664a25c-4699-4ad8-90d0-be26faffe77d" providerId="ADAL" clId="{D3A5423D-F379-4658-B2EF-D4567B1F3CF7}" dt="2026-03-26T16:37:41.550" v="271"/>
          <ac:picMkLst>
            <pc:docMk/>
            <pc:sldMk cId="2748536429" sldId="269"/>
            <ac:picMk id="4" creationId="{3F72522F-351A-9A27-B023-FE2CE7EB4E17}"/>
          </ac:picMkLst>
        </pc:picChg>
        <pc:picChg chg="ord">
          <ac:chgData name="Camille TARRAY" userId="e664a25c-4699-4ad8-90d0-be26faffe77d" providerId="ADAL" clId="{D3A5423D-F379-4658-B2EF-D4567B1F3CF7}" dt="2026-03-26T16:54:57.867" v="289" actId="167"/>
          <ac:picMkLst>
            <pc:docMk/>
            <pc:sldMk cId="2748536429" sldId="269"/>
            <ac:picMk id="5" creationId="{A433C1F7-1664-EF64-1112-575494866C55}"/>
          </ac:picMkLst>
        </pc:picChg>
        <pc:picChg chg="add mod ord">
          <ac:chgData name="Camille TARRAY" userId="e664a25c-4699-4ad8-90d0-be26faffe77d" providerId="ADAL" clId="{D3A5423D-F379-4658-B2EF-D4567B1F3CF7}" dt="2026-03-26T16:54:57.867" v="289" actId="167"/>
          <ac:picMkLst>
            <pc:docMk/>
            <pc:sldMk cId="2748536429" sldId="269"/>
            <ac:picMk id="10" creationId="{7E3A2EF1-1165-1891-712C-5C2768DBB42C}"/>
          </ac:picMkLst>
        </pc:picChg>
      </pc:sldChg>
      <pc:sldChg chg="addSp delSp modSp add mod">
        <pc:chgData name="Camille TARRAY" userId="e664a25c-4699-4ad8-90d0-be26faffe77d" providerId="ADAL" clId="{D3A5423D-F379-4658-B2EF-D4567B1F3CF7}" dt="2026-04-02T09:50:37.440" v="640" actId="478"/>
        <pc:sldMkLst>
          <pc:docMk/>
          <pc:sldMk cId="1400871732" sldId="270"/>
        </pc:sldMkLst>
        <pc:spChg chg="mod">
          <ac:chgData name="Camille TARRAY" userId="e664a25c-4699-4ad8-90d0-be26faffe77d" providerId="ADAL" clId="{D3A5423D-F379-4658-B2EF-D4567B1F3CF7}" dt="2026-03-26T16:38:16.378" v="278"/>
          <ac:spMkLst>
            <pc:docMk/>
            <pc:sldMk cId="1400871732" sldId="270"/>
            <ac:spMk id="12" creationId="{D4F19B42-D99D-F8B1-12F5-E66E72136DB7}"/>
          </ac:spMkLst>
        </pc:spChg>
        <pc:spChg chg="mod">
          <ac:chgData name="Camille TARRAY" userId="e664a25c-4699-4ad8-90d0-be26faffe77d" providerId="ADAL" clId="{D3A5423D-F379-4658-B2EF-D4567B1F3CF7}" dt="2026-03-26T16:38:16.378" v="278"/>
          <ac:spMkLst>
            <pc:docMk/>
            <pc:sldMk cId="1400871732" sldId="270"/>
            <ac:spMk id="13" creationId="{55F14CC4-1284-D720-80AB-1648FF4F1CAA}"/>
          </ac:spMkLst>
        </pc:spChg>
        <pc:spChg chg="del">
          <ac:chgData name="Camille TARRAY" userId="e664a25c-4699-4ad8-90d0-be26faffe77d" providerId="ADAL" clId="{D3A5423D-F379-4658-B2EF-D4567B1F3CF7}" dt="2026-04-02T09:50:37.440" v="640" actId="478"/>
          <ac:spMkLst>
            <pc:docMk/>
            <pc:sldMk cId="1400871732" sldId="270"/>
            <ac:spMk id="23" creationId="{7A54964E-BF22-8186-B3E7-21F68E27FDBD}"/>
          </ac:spMkLst>
        </pc:spChg>
        <pc:grpChg chg="mod">
          <ac:chgData name="Camille TARRAY" userId="e664a25c-4699-4ad8-90d0-be26faffe77d" providerId="ADAL" clId="{D3A5423D-F379-4658-B2EF-D4567B1F3CF7}" dt="2026-03-26T16:38:38.788" v="282" actId="1076"/>
          <ac:grpSpMkLst>
            <pc:docMk/>
            <pc:sldMk cId="1400871732" sldId="270"/>
            <ac:grpSpMk id="3" creationId="{E8B9FE9C-FC8E-003D-307E-9D9B7448BD1A}"/>
          </ac:grpSpMkLst>
        </pc:grpChg>
        <pc:grpChg chg="add mod">
          <ac:chgData name="Camille TARRAY" userId="e664a25c-4699-4ad8-90d0-be26faffe77d" providerId="ADAL" clId="{D3A5423D-F379-4658-B2EF-D4567B1F3CF7}" dt="2026-03-26T16:38:45.479" v="283" actId="1076"/>
          <ac:grpSpMkLst>
            <pc:docMk/>
            <pc:sldMk cId="1400871732" sldId="270"/>
            <ac:grpSpMk id="10" creationId="{06A1EA89-5517-2F8D-16A4-1D723591BF70}"/>
          </ac:grpSpMkLst>
        </pc:grpChg>
        <pc:grpChg chg="mod">
          <ac:chgData name="Camille TARRAY" userId="e664a25c-4699-4ad8-90d0-be26faffe77d" providerId="ADAL" clId="{D3A5423D-F379-4658-B2EF-D4567B1F3CF7}" dt="2026-03-26T16:38:27.024" v="280" actId="14100"/>
          <ac:grpSpMkLst>
            <pc:docMk/>
            <pc:sldMk cId="1400871732" sldId="270"/>
            <ac:grpSpMk id="24" creationId="{A15685D6-B6DC-AB80-25A8-9249DDA0887D}"/>
          </ac:grpSpMkLst>
        </pc:grpChg>
        <pc:grpChg chg="mod">
          <ac:chgData name="Camille TARRAY" userId="e664a25c-4699-4ad8-90d0-be26faffe77d" providerId="ADAL" clId="{D3A5423D-F379-4658-B2EF-D4567B1F3CF7}" dt="2026-03-26T16:38:33.072" v="281" actId="1076"/>
          <ac:grpSpMkLst>
            <pc:docMk/>
            <pc:sldMk cId="1400871732" sldId="270"/>
            <ac:grpSpMk id="25" creationId="{1408950D-5442-C9DD-D7D3-47ECBD4A0BAF}"/>
          </ac:grpSpMkLst>
        </pc:grpChg>
        <pc:picChg chg="ord">
          <ac:chgData name="Camille TARRAY" userId="e664a25c-4699-4ad8-90d0-be26faffe77d" providerId="ADAL" clId="{D3A5423D-F379-4658-B2EF-D4567B1F3CF7}" dt="2026-03-26T16:54:49.375" v="286" actId="167"/>
          <ac:picMkLst>
            <pc:docMk/>
            <pc:sldMk cId="1400871732" sldId="270"/>
            <ac:picMk id="5" creationId="{4570D5B9-66BD-3237-4DDE-8E2B8D779853}"/>
          </ac:picMkLst>
        </pc:picChg>
        <pc:picChg chg="mod">
          <ac:chgData name="Camille TARRAY" userId="e664a25c-4699-4ad8-90d0-be26faffe77d" providerId="ADAL" clId="{D3A5423D-F379-4658-B2EF-D4567B1F3CF7}" dt="2026-03-26T16:38:16.378" v="278"/>
          <ac:picMkLst>
            <pc:docMk/>
            <pc:sldMk cId="1400871732" sldId="270"/>
            <ac:picMk id="11" creationId="{18FEC6EB-D131-228E-E414-A2F19B36D19E}"/>
          </ac:picMkLst>
        </pc:picChg>
        <pc:picChg chg="add mod ord">
          <ac:chgData name="Camille TARRAY" userId="e664a25c-4699-4ad8-90d0-be26faffe77d" providerId="ADAL" clId="{D3A5423D-F379-4658-B2EF-D4567B1F3CF7}" dt="2026-03-26T16:54:49.375" v="286" actId="167"/>
          <ac:picMkLst>
            <pc:docMk/>
            <pc:sldMk cId="1400871732" sldId="270"/>
            <ac:picMk id="14" creationId="{D236EB21-8787-078F-057A-D1693932CE48}"/>
          </ac:picMkLst>
        </pc:picChg>
      </pc:sldChg>
      <pc:sldChg chg="addSp delSp modSp add mod">
        <pc:chgData name="Camille TARRAY" userId="e664a25c-4699-4ad8-90d0-be26faffe77d" providerId="ADAL" clId="{D3A5423D-F379-4658-B2EF-D4567B1F3CF7}" dt="2026-04-02T09:50:59.887" v="679" actId="478"/>
        <pc:sldMkLst>
          <pc:docMk/>
          <pc:sldMk cId="108348182" sldId="271"/>
        </pc:sldMkLst>
        <pc:spChg chg="del">
          <ac:chgData name="Camille TARRAY" userId="e664a25c-4699-4ad8-90d0-be26faffe77d" providerId="ADAL" clId="{D3A5423D-F379-4658-B2EF-D4567B1F3CF7}" dt="2026-04-02T09:50:59.887" v="679" actId="478"/>
          <ac:spMkLst>
            <pc:docMk/>
            <pc:sldMk cId="108348182" sldId="271"/>
            <ac:spMk id="4" creationId="{ABD779F6-5E2F-7A1C-AC68-DF3638D96032}"/>
          </ac:spMkLst>
        </pc:spChg>
        <pc:spChg chg="mod">
          <ac:chgData name="Camille TARRAY" userId="e664a25c-4699-4ad8-90d0-be26faffe77d" providerId="ADAL" clId="{D3A5423D-F379-4658-B2EF-D4567B1F3CF7}" dt="2026-04-02T09:09:04.985" v="524"/>
          <ac:spMkLst>
            <pc:docMk/>
            <pc:sldMk cId="108348182" sldId="271"/>
            <ac:spMk id="17" creationId="{755A672C-381D-46BC-0CC4-D24C14C4805D}"/>
          </ac:spMkLst>
        </pc:spChg>
        <pc:spChg chg="mod">
          <ac:chgData name="Camille TARRAY" userId="e664a25c-4699-4ad8-90d0-be26faffe77d" providerId="ADAL" clId="{D3A5423D-F379-4658-B2EF-D4567B1F3CF7}" dt="2026-04-02T09:09:04.985" v="524"/>
          <ac:spMkLst>
            <pc:docMk/>
            <pc:sldMk cId="108348182" sldId="271"/>
            <ac:spMk id="18" creationId="{83E763DA-78CB-08CC-2712-4B97AC866840}"/>
          </ac:spMkLst>
        </pc:spChg>
        <pc:spChg chg="mod">
          <ac:chgData name="Camille TARRAY" userId="e664a25c-4699-4ad8-90d0-be26faffe77d" providerId="ADAL" clId="{D3A5423D-F379-4658-B2EF-D4567B1F3CF7}" dt="2026-04-02T09:09:04.985" v="524"/>
          <ac:spMkLst>
            <pc:docMk/>
            <pc:sldMk cId="108348182" sldId="271"/>
            <ac:spMk id="22" creationId="{E090A149-B9D8-FA2A-C206-75DA7CC937C4}"/>
          </ac:spMkLst>
        </pc:spChg>
        <pc:spChg chg="mod">
          <ac:chgData name="Camille TARRAY" userId="e664a25c-4699-4ad8-90d0-be26faffe77d" providerId="ADAL" clId="{D3A5423D-F379-4658-B2EF-D4567B1F3CF7}" dt="2026-04-02T09:09:04.985" v="524"/>
          <ac:spMkLst>
            <pc:docMk/>
            <pc:sldMk cId="108348182" sldId="271"/>
            <ac:spMk id="23" creationId="{A4198DC0-6C92-6879-B9F3-F20F98861F5A}"/>
          </ac:spMkLst>
        </pc:spChg>
        <pc:grpChg chg="add del mod ord">
          <ac:chgData name="Camille TARRAY" userId="e664a25c-4699-4ad8-90d0-be26faffe77d" providerId="ADAL" clId="{D3A5423D-F379-4658-B2EF-D4567B1F3CF7}" dt="2026-04-02T09:09:20.622" v="526" actId="478"/>
          <ac:grpSpMkLst>
            <pc:docMk/>
            <pc:sldMk cId="108348182" sldId="271"/>
            <ac:grpSpMk id="15" creationId="{6C2F88D9-0761-0923-7F57-3BF000DDFAF6}"/>
          </ac:grpSpMkLst>
        </pc:grpChg>
        <pc:grpChg chg="add del mod ord">
          <ac:chgData name="Camille TARRAY" userId="e664a25c-4699-4ad8-90d0-be26faffe77d" providerId="ADAL" clId="{D3A5423D-F379-4658-B2EF-D4567B1F3CF7}" dt="2026-04-02T09:09:20.622" v="526" actId="478"/>
          <ac:grpSpMkLst>
            <pc:docMk/>
            <pc:sldMk cId="108348182" sldId="271"/>
            <ac:grpSpMk id="19" creationId="{D9AAAED7-C819-ACDE-3CEA-0600B910AC32}"/>
          </ac:grpSpMkLst>
        </pc:grpChg>
        <pc:graphicFrameChg chg="del mod ord modGraphic">
          <ac:chgData name="Camille TARRAY" userId="e664a25c-4699-4ad8-90d0-be26faffe77d" providerId="ADAL" clId="{D3A5423D-F379-4658-B2EF-D4567B1F3CF7}" dt="2026-04-02T09:10:00.934" v="565" actId="478"/>
          <ac:graphicFrameMkLst>
            <pc:docMk/>
            <pc:sldMk cId="108348182" sldId="271"/>
            <ac:graphicFrameMk id="7" creationId="{C6642CA8-6B21-1108-A18B-FCEFB873B9EB}"/>
          </ac:graphicFrameMkLst>
        </pc:graphicFrameChg>
        <pc:graphicFrameChg chg="add mod modGraphic">
          <ac:chgData name="Camille TARRAY" userId="e664a25c-4699-4ad8-90d0-be26faffe77d" providerId="ADAL" clId="{D3A5423D-F379-4658-B2EF-D4567B1F3CF7}" dt="2026-04-02T09:50:57.154" v="678" actId="20577"/>
          <ac:graphicFrameMkLst>
            <pc:docMk/>
            <pc:sldMk cId="108348182" sldId="271"/>
            <ac:graphicFrameMk id="25" creationId="{A2491F05-2ACA-2FDB-11A2-506173AB7E12}"/>
          </ac:graphicFrameMkLst>
        </pc:graphicFrameChg>
        <pc:picChg chg="ord">
          <ac:chgData name="Camille TARRAY" userId="e664a25c-4699-4ad8-90d0-be26faffe77d" providerId="ADAL" clId="{D3A5423D-F379-4658-B2EF-D4567B1F3CF7}" dt="2026-04-02T09:09:09.444" v="525" actId="167"/>
          <ac:picMkLst>
            <pc:docMk/>
            <pc:sldMk cId="108348182" sldId="271"/>
            <ac:picMk id="3" creationId="{770BDBF3-254C-98D9-EED6-5C1D1A5B7BD4}"/>
          </ac:picMkLst>
        </pc:picChg>
        <pc:picChg chg="add del ord">
          <ac:chgData name="Camille TARRAY" userId="e664a25c-4699-4ad8-90d0-be26faffe77d" providerId="ADAL" clId="{D3A5423D-F379-4658-B2EF-D4567B1F3CF7}" dt="2026-04-02T09:09:09.444" v="525" actId="167"/>
          <ac:picMkLst>
            <pc:docMk/>
            <pc:sldMk cId="108348182" sldId="271"/>
            <ac:picMk id="9" creationId="{E2E400D3-B940-1520-4A2C-95603503A3FB}"/>
          </ac:picMkLst>
        </pc:picChg>
        <pc:picChg chg="add del mod">
          <ac:chgData name="Camille TARRAY" userId="e664a25c-4699-4ad8-90d0-be26faffe77d" providerId="ADAL" clId="{D3A5423D-F379-4658-B2EF-D4567B1F3CF7}" dt="2026-04-02T09:07:13.170" v="434" actId="478"/>
          <ac:picMkLst>
            <pc:docMk/>
            <pc:sldMk cId="108348182" sldId="271"/>
            <ac:picMk id="10" creationId="{08CF5B7F-9039-ABF2-EE03-A99E95834EE9}"/>
          </ac:picMkLst>
        </pc:picChg>
        <pc:picChg chg="add del mod">
          <ac:chgData name="Camille TARRAY" userId="e664a25c-4699-4ad8-90d0-be26faffe77d" providerId="ADAL" clId="{D3A5423D-F379-4658-B2EF-D4567B1F3CF7}" dt="2026-04-02T09:07:23.394" v="438" actId="21"/>
          <ac:picMkLst>
            <pc:docMk/>
            <pc:sldMk cId="108348182" sldId="271"/>
            <ac:picMk id="12" creationId="{A2AF553D-EE2D-A013-03C3-E16910469A12}"/>
          </ac:picMkLst>
        </pc:picChg>
        <pc:picChg chg="add del mod ord">
          <ac:chgData name="Camille TARRAY" userId="e664a25c-4699-4ad8-90d0-be26faffe77d" providerId="ADAL" clId="{D3A5423D-F379-4658-B2EF-D4567B1F3CF7}" dt="2026-04-02T09:10:01.347" v="566" actId="478"/>
          <ac:picMkLst>
            <pc:docMk/>
            <pc:sldMk cId="108348182" sldId="271"/>
            <ac:picMk id="13" creationId="{A2AF553D-EE2D-A013-03C3-E16910469A12}"/>
          </ac:picMkLst>
        </pc:picChg>
        <pc:picChg chg="add mod ord">
          <ac:chgData name="Camille TARRAY" userId="e664a25c-4699-4ad8-90d0-be26faffe77d" providerId="ADAL" clId="{D3A5423D-F379-4658-B2EF-D4567B1F3CF7}" dt="2026-04-02T09:08:50.570" v="522" actId="167"/>
          <ac:picMkLst>
            <pc:docMk/>
            <pc:sldMk cId="108348182" sldId="271"/>
            <ac:picMk id="14" creationId="{EDCE58A9-A625-E092-767F-40EFC5AA7DB9}"/>
          </ac:picMkLst>
        </pc:picChg>
        <pc:picChg chg="mod">
          <ac:chgData name="Camille TARRAY" userId="e664a25c-4699-4ad8-90d0-be26faffe77d" providerId="ADAL" clId="{D3A5423D-F379-4658-B2EF-D4567B1F3CF7}" dt="2026-04-02T09:09:04.985" v="524"/>
          <ac:picMkLst>
            <pc:docMk/>
            <pc:sldMk cId="108348182" sldId="271"/>
            <ac:picMk id="16" creationId="{D10D200D-438F-5C80-4FCB-176967AAFC23}"/>
          </ac:picMkLst>
        </pc:picChg>
        <pc:picChg chg="mod">
          <ac:chgData name="Camille TARRAY" userId="e664a25c-4699-4ad8-90d0-be26faffe77d" providerId="ADAL" clId="{D3A5423D-F379-4658-B2EF-D4567B1F3CF7}" dt="2026-04-02T09:09:04.985" v="524"/>
          <ac:picMkLst>
            <pc:docMk/>
            <pc:sldMk cId="108348182" sldId="271"/>
            <ac:picMk id="20" creationId="{095C59EA-12F1-4B2F-8107-EC87C0215A3A}"/>
          </ac:picMkLst>
        </pc:picChg>
        <pc:picChg chg="del mod">
          <ac:chgData name="Camille TARRAY" userId="e664a25c-4699-4ad8-90d0-be26faffe77d" providerId="ADAL" clId="{D3A5423D-F379-4658-B2EF-D4567B1F3CF7}" dt="2026-04-02T09:07:21.513" v="437" actId="478"/>
          <ac:picMkLst>
            <pc:docMk/>
            <pc:sldMk cId="108348182" sldId="271"/>
            <ac:picMk id="21" creationId="{18C20528-2948-B8A2-A08C-F4450952AA3D}"/>
          </ac:picMkLst>
        </pc:picChg>
        <pc:picChg chg="add mod">
          <ac:chgData name="Camille TARRAY" userId="e664a25c-4699-4ad8-90d0-be26faffe77d" providerId="ADAL" clId="{D3A5423D-F379-4658-B2EF-D4567B1F3CF7}" dt="2026-04-02T09:10:59.242" v="636" actId="1038"/>
          <ac:picMkLst>
            <pc:docMk/>
            <pc:sldMk cId="108348182" sldId="271"/>
            <ac:picMk id="24" creationId="{1337FFC5-E284-6D75-DF40-B0BE1095630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4B886F-92F7-4033-AB47-527ACFD21720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0B141-353F-4004-B6C0-8402673C81C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4525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0B141-353F-4004-B6C0-8402673C81C7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1931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9B515-A121-82A1-A658-ED6C06C94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3EAB5B1-EA7A-B5DA-C5F2-7738321C3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9E26581-FA0F-F4BA-2F52-AA9D6BE02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BE55E88-ED52-6D0F-0683-61C9D809DA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0B141-353F-4004-B6C0-8402673C81C7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0588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5702B-717B-140C-36A0-5CE427573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EBB610E-6360-9957-3698-8E7D3EF8A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D9548C-1755-F052-4AF2-78533EA52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5A3A4D-ADA6-C47E-4E57-E3D43991E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55E974-D522-4259-9B99-BC57C73DD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1761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CE76E9-014E-7E08-F927-E5AC0BAD5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FCC781-D4B0-8C1C-0321-1AEB965F4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288CAD-8E61-540C-19ED-E53AB7BB5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2B011C-A833-1ABE-D913-058F501E2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932848-C708-1990-1171-63D1E94F7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1919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56A40E-26EB-8EE6-00AD-3AA77A7DB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30774E2-4814-76F4-7129-ABBBC214E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81E640-B928-5D04-0BAA-212F494B7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D6099C-AD65-48AA-2424-E3A200997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4FF717-002D-9152-8135-1AF561119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3534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6AC0C2-C827-F866-2057-1356CC939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85C026-15AB-D94C-4026-6BF5CED0B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373D249-B329-EFD9-7F5D-945E412F4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A2D00F6-0327-5D07-DD5D-B249B13BD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E3CDB1C-7AC4-D159-5B15-A0239915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419E8E-F43E-516C-AAAA-B76C7AEB5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7439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9DEC08-7609-739A-3677-4CAE4F304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8C49E80-FCB6-6646-0189-882221D3B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7C64E3E-9EFE-7388-AB13-B99000FEFF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20D8F53-1474-801E-D83F-F246D2F01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F7D1C67-3F9D-8509-2E9F-40732338A0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45D06BE-B9CC-4938-7953-EE6C91479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752BFAF-6DF6-C2EA-D4FE-6AA0CD7EF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838AB69-274B-01BD-E4C9-C79FC5907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3394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3BFB3F-1A8B-B0EE-E90A-4B84436B7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7BD147C-90CF-DB5F-164B-F36A89DFE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D7EE571-F8D9-264D-49E5-820A4119B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D81F53A-32C1-B11D-F995-C7A4C8117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6710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1B29B24-F5FD-3A93-2A07-0A050CA49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A5A27AA-3C91-97BF-65FB-7A1BA3E89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1E384B0-102F-8954-6BB8-851C470B1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1359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129A83-6C3D-0DCE-48E8-3ADE51E5A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0DBB2C-5678-5423-2F6A-CBCE1936C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095751B-18F3-8D67-B9CD-D92410433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4364A51-E07D-4C25-B3CE-6416BA622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DC28FEB-5FC7-4486-8E85-8FC1D4C5F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8888B4B-5D06-113C-3287-922ABFFE0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3112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5CCED7-CBB4-27D1-A38F-478ACD1C8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00B73C3-F923-1749-4101-FE54A74EF6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7F3C386-1282-D75F-8F4B-A7968DE3B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0F8F65A-7282-6572-BBD9-D4C1E962C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7F7BA6D-1EC3-66B7-1177-6E0BD7AD3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DB4C885-E519-CB24-FE93-B36CEB121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3107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845051-0EDA-947A-9390-B3411C4BC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4506971-7B70-4BD8-5D55-554BE6DC1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69A6E8C-B8AF-0BBD-83B3-EABC60C1C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4D0B68-E62C-380C-67DE-0895B05B4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3C08CC-C841-33DD-1600-1E7F61BDD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6575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35D764C-82F6-CFE4-8D2D-A4611E2C7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50B13FF-6A2A-1996-DC97-25042CEE4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DCCD00-81C0-8869-84AF-354FCCE67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7E202C-E628-F4B8-E1FE-CE5C868FD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B2F9B7-5C16-B338-177F-BB1DE8846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9241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E461E16-2DED-4DC8-0B78-7BFAAAB23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CAEA571-0785-60AF-0C57-173CB70CA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764EEFA-4B7A-35C2-A019-E824DB077A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A3017C-8810-4A57-B6BC-275BDDE2789A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37A2AE-3D80-4222-3E88-7C38BD6644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72295E-649E-7A5C-858A-8CC8B8DC9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3436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4.svg"/><Relationship Id="rId7" Type="http://schemas.openxmlformats.org/officeDocument/2006/relationships/image" Target="../media/image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4.svg"/><Relationship Id="rId7" Type="http://schemas.openxmlformats.org/officeDocument/2006/relationships/image" Target="../media/image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4.svg"/><Relationship Id="rId7" Type="http://schemas.openxmlformats.org/officeDocument/2006/relationships/image" Target="../media/image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8.svg"/><Relationship Id="rId4" Type="http://schemas.openxmlformats.org/officeDocument/2006/relationships/image" Target="../media/image2.sv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20.svg"/><Relationship Id="rId4" Type="http://schemas.openxmlformats.org/officeDocument/2006/relationships/image" Target="../media/image2.sv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0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C73A64BF-2AB6-A03D-AFCD-60F18ED8726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62AA57CD-41DF-8867-0104-2FF7E3390E38}"/>
              </a:ext>
            </a:extLst>
          </p:cNvPr>
          <p:cNvSpPr txBox="1"/>
          <p:nvPr/>
        </p:nvSpPr>
        <p:spPr>
          <a:xfrm>
            <a:off x="8148320" y="4043680"/>
            <a:ext cx="323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rgbClr val="E3E9F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PRESENTATION</a:t>
            </a:r>
          </a:p>
        </p:txBody>
      </p:sp>
      <p:pic>
        <p:nvPicPr>
          <p:cNvPr id="4" name="Image 3" descr="Une image contenant capture d’écran, cercle, Graphique, Caractère coloré&#10;&#10;Le contenu généré par l’IA peut être incorrect.">
            <a:extLst>
              <a:ext uri="{FF2B5EF4-FFF2-40B4-BE49-F238E27FC236}">
                <a16:creationId xmlns:a16="http://schemas.microsoft.com/office/drawing/2014/main" id="{A6AE67F0-D85D-7FD7-4A23-145C9B51ED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052" y="807170"/>
            <a:ext cx="2766508" cy="2545652"/>
          </a:xfrm>
          <a:prstGeom prst="rect">
            <a:avLst/>
          </a:prstGeom>
        </p:spPr>
      </p:pic>
      <p:pic>
        <p:nvPicPr>
          <p:cNvPr id="2" name="Image 3">
            <a:extLst>
              <a:ext uri="{FF2B5EF4-FFF2-40B4-BE49-F238E27FC236}">
                <a16:creationId xmlns:a16="http://schemas.microsoft.com/office/drawing/2014/main" id="{3FEA15BA-C32C-5E95-E968-69B61E3EA6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01998" y="4501207"/>
            <a:ext cx="644525" cy="450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6205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392FBC52-FD10-069F-AFE2-9FC32BCD33E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840F2C0-39DB-1039-846B-DB346320674C}"/>
              </a:ext>
            </a:extLst>
          </p:cNvPr>
          <p:cNvSpPr txBox="1"/>
          <p:nvPr/>
        </p:nvSpPr>
        <p:spPr>
          <a:xfrm>
            <a:off x="335280" y="355600"/>
            <a:ext cx="323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E3E9F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SOMMAIRE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86895EC7-0CFC-4DCC-13F6-105CD7872C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670" y="929025"/>
            <a:ext cx="1008000" cy="8400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8F0B5DE6-5BDD-BA9A-CD24-537C0657C273}"/>
              </a:ext>
            </a:extLst>
          </p:cNvPr>
          <p:cNvSpPr txBox="1"/>
          <p:nvPr/>
        </p:nvSpPr>
        <p:spPr>
          <a:xfrm>
            <a:off x="5506721" y="1223665"/>
            <a:ext cx="5943600" cy="5038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b="1" dirty="0">
                <a:solidFill>
                  <a:srgbClr val="95A2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XXX</a:t>
            </a:r>
          </a:p>
          <a:p>
            <a:pPr>
              <a:lnSpc>
                <a:spcPct val="150000"/>
              </a:lnSpc>
            </a:pPr>
            <a:endParaRPr lang="fr-FR" b="1" dirty="0">
              <a:solidFill>
                <a:srgbClr val="95A2B8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fr-FR" b="1" dirty="0">
                <a:solidFill>
                  <a:srgbClr val="95A2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XXX</a:t>
            </a:r>
          </a:p>
          <a:p>
            <a:pPr>
              <a:lnSpc>
                <a:spcPct val="150000"/>
              </a:lnSpc>
            </a:pPr>
            <a:endParaRPr lang="fr-FR" b="1" dirty="0">
              <a:solidFill>
                <a:srgbClr val="95A2B8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fr-FR" b="1" dirty="0">
                <a:solidFill>
                  <a:srgbClr val="95A2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XXX</a:t>
            </a:r>
          </a:p>
          <a:p>
            <a:pPr>
              <a:lnSpc>
                <a:spcPct val="150000"/>
              </a:lnSpc>
            </a:pPr>
            <a:endParaRPr lang="fr-FR" b="1" dirty="0">
              <a:solidFill>
                <a:srgbClr val="95A2B8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fr-FR" b="1" dirty="0">
                <a:solidFill>
                  <a:srgbClr val="95A2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XXX</a:t>
            </a:r>
          </a:p>
          <a:p>
            <a:pPr>
              <a:lnSpc>
                <a:spcPct val="150000"/>
              </a:lnSpc>
            </a:pPr>
            <a:endParaRPr lang="fr-FR" b="1" dirty="0">
              <a:solidFill>
                <a:srgbClr val="95A2B8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fr-FR" b="1" dirty="0">
                <a:solidFill>
                  <a:srgbClr val="95A2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XXX</a:t>
            </a:r>
          </a:p>
          <a:p>
            <a:pPr>
              <a:lnSpc>
                <a:spcPct val="150000"/>
              </a:lnSpc>
            </a:pPr>
            <a:endParaRPr lang="fr-FR" b="1" dirty="0">
              <a:solidFill>
                <a:srgbClr val="95A2B8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fr-FR" b="1" dirty="0">
                <a:solidFill>
                  <a:srgbClr val="95A2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XXX</a:t>
            </a:r>
          </a:p>
          <a:p>
            <a:pPr>
              <a:lnSpc>
                <a:spcPct val="150000"/>
              </a:lnSpc>
            </a:pPr>
            <a:endParaRPr lang="fr-FR" b="1" dirty="0">
              <a:solidFill>
                <a:srgbClr val="95A2B8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944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833FB-B50E-D770-1E1E-1C57FE682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BD3F53E3-91FF-2CBF-0370-6091E3FA916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04A9F07-B0E7-F17F-8791-6E265A27F665}"/>
              </a:ext>
            </a:extLst>
          </p:cNvPr>
          <p:cNvSpPr txBox="1"/>
          <p:nvPr/>
        </p:nvSpPr>
        <p:spPr>
          <a:xfrm>
            <a:off x="335280" y="355600"/>
            <a:ext cx="323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E3E9F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OBJECTIFS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29F9A3C7-DEA7-063B-B242-7A8F8BB6E6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670" y="929025"/>
            <a:ext cx="1008000" cy="84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6C9EED70-A903-64C8-DBF6-84FBC2B9170E}"/>
              </a:ext>
            </a:extLst>
          </p:cNvPr>
          <p:cNvSpPr txBox="1"/>
          <p:nvPr/>
        </p:nvSpPr>
        <p:spPr>
          <a:xfrm>
            <a:off x="335280" y="1217970"/>
            <a:ext cx="323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6477B9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Pourquoi IAMI ?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EF9E776A-C1DF-B5CC-454C-C10D118621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6152" t="21955" r="3872" b="16543"/>
          <a:stretch>
            <a:fillRect/>
          </a:stretch>
        </p:blipFill>
        <p:spPr>
          <a:xfrm>
            <a:off x="2717800" y="0"/>
            <a:ext cx="9474199" cy="6858000"/>
          </a:xfrm>
          <a:prstGeom prst="rect">
            <a:avLst/>
          </a:prstGeom>
        </p:spPr>
      </p:pic>
      <p:grpSp>
        <p:nvGrpSpPr>
          <p:cNvPr id="16" name="Groupe 15">
            <a:extLst>
              <a:ext uri="{FF2B5EF4-FFF2-40B4-BE49-F238E27FC236}">
                <a16:creationId xmlns:a16="http://schemas.microsoft.com/office/drawing/2014/main" id="{B3D3E39A-9735-6E68-5B49-BE17DA3EAFD6}"/>
              </a:ext>
            </a:extLst>
          </p:cNvPr>
          <p:cNvGrpSpPr/>
          <p:nvPr/>
        </p:nvGrpSpPr>
        <p:grpSpPr>
          <a:xfrm>
            <a:off x="4932363" y="5199180"/>
            <a:ext cx="6662738" cy="951820"/>
            <a:chOff x="4932363" y="5189538"/>
            <a:chExt cx="6662738" cy="951820"/>
          </a:xfrm>
        </p:grpSpPr>
        <p:pic>
          <p:nvPicPr>
            <p:cNvPr id="9" name="Graphique 8">
              <a:extLst>
                <a:ext uri="{FF2B5EF4-FFF2-40B4-BE49-F238E27FC236}">
                  <a16:creationId xmlns:a16="http://schemas.microsoft.com/office/drawing/2014/main" id="{7EF2D282-82FE-031F-6B9C-295B9BB56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32363" y="5189538"/>
              <a:ext cx="6662738" cy="951820"/>
            </a:xfrm>
            <a:prstGeom prst="rect">
              <a:avLst/>
            </a:prstGeom>
          </p:spPr>
        </p:pic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7A293E06-A1CA-2BA3-6300-62E2E4C13B74}"/>
                </a:ext>
              </a:extLst>
            </p:cNvPr>
            <p:cNvSpPr txBox="1"/>
            <p:nvPr/>
          </p:nvSpPr>
          <p:spPr>
            <a:xfrm>
              <a:off x="5156200" y="5342282"/>
              <a:ext cx="5715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dirty="0">
                  <a:solidFill>
                    <a:srgbClr val="3F4798"/>
                  </a:solidFill>
                  <a:latin typeface="Helvetica Condensed" panose="020B0806000000000000" pitchFamily="34" charset="0"/>
                </a:rPr>
                <a:t>4</a:t>
              </a:r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5DC1160D-AA8B-0E56-ED9A-D5D85F4ACFE3}"/>
                </a:ext>
              </a:extLst>
            </p:cNvPr>
            <p:cNvSpPr txBox="1"/>
            <p:nvPr/>
          </p:nvSpPr>
          <p:spPr>
            <a:xfrm>
              <a:off x="6096000" y="5342282"/>
              <a:ext cx="5257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 : </a:t>
              </a:r>
            </a:p>
            <a:p>
              <a:r>
                <a:rPr lang="fr-FR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opérations, recrutement, backoffice</a:t>
              </a: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5C53721B-A220-40A5-EC06-BB38A1CB22B1}"/>
              </a:ext>
            </a:extLst>
          </p:cNvPr>
          <p:cNvGrpSpPr/>
          <p:nvPr/>
        </p:nvGrpSpPr>
        <p:grpSpPr>
          <a:xfrm>
            <a:off x="4932363" y="3838180"/>
            <a:ext cx="6662738" cy="951820"/>
            <a:chOff x="4932363" y="5189538"/>
            <a:chExt cx="6662738" cy="951820"/>
          </a:xfrm>
        </p:grpSpPr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643B9D1B-F599-E636-9631-939954C29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32363" y="5189538"/>
              <a:ext cx="6662738" cy="951820"/>
            </a:xfrm>
            <a:prstGeom prst="rect">
              <a:avLst/>
            </a:prstGeom>
          </p:spPr>
        </p:pic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55023EAA-1344-E9EB-9704-91DD2D8A2BC4}"/>
                </a:ext>
              </a:extLst>
            </p:cNvPr>
            <p:cNvSpPr txBox="1"/>
            <p:nvPr/>
          </p:nvSpPr>
          <p:spPr>
            <a:xfrm>
              <a:off x="5156200" y="5342282"/>
              <a:ext cx="5715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dirty="0">
                  <a:solidFill>
                    <a:srgbClr val="3F4798"/>
                  </a:solidFill>
                  <a:latin typeface="Helvetica Condensed" panose="020B0806000000000000" pitchFamily="34" charset="0"/>
                </a:rPr>
                <a:t>3</a:t>
              </a:r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82AE6B09-FE84-97B8-AC75-C005FAD29BB2}"/>
                </a:ext>
              </a:extLst>
            </p:cNvPr>
            <p:cNvSpPr txBox="1"/>
            <p:nvPr/>
          </p:nvSpPr>
          <p:spPr>
            <a:xfrm>
              <a:off x="6096000" y="5342282"/>
              <a:ext cx="5257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 : </a:t>
              </a:r>
            </a:p>
            <a:p>
              <a:r>
                <a:rPr lang="fr-FR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opérations, recrutement, backoffice</a:t>
              </a:r>
            </a:p>
          </p:txBody>
        </p: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7B46AB56-E8A7-184A-62BE-4AEBE9CFB84C}"/>
              </a:ext>
            </a:extLst>
          </p:cNvPr>
          <p:cNvGrpSpPr/>
          <p:nvPr/>
        </p:nvGrpSpPr>
        <p:grpSpPr>
          <a:xfrm>
            <a:off x="4932363" y="2477180"/>
            <a:ext cx="6662738" cy="951820"/>
            <a:chOff x="4932363" y="5189538"/>
            <a:chExt cx="6662738" cy="951820"/>
          </a:xfrm>
        </p:grpSpPr>
        <p:pic>
          <p:nvPicPr>
            <p:cNvPr id="22" name="Graphique 21">
              <a:extLst>
                <a:ext uri="{FF2B5EF4-FFF2-40B4-BE49-F238E27FC236}">
                  <a16:creationId xmlns:a16="http://schemas.microsoft.com/office/drawing/2014/main" id="{10B2BB33-7AFE-CAE2-2DD6-69BC5131F44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32363" y="5189538"/>
              <a:ext cx="6662738" cy="951820"/>
            </a:xfrm>
            <a:prstGeom prst="rect">
              <a:avLst/>
            </a:prstGeom>
          </p:spPr>
        </p:pic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4939CE20-BE55-8254-22F5-6138850717BA}"/>
                </a:ext>
              </a:extLst>
            </p:cNvPr>
            <p:cNvSpPr txBox="1"/>
            <p:nvPr/>
          </p:nvSpPr>
          <p:spPr>
            <a:xfrm>
              <a:off x="5156200" y="5342282"/>
              <a:ext cx="5715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dirty="0">
                  <a:solidFill>
                    <a:srgbClr val="3F4798"/>
                  </a:solidFill>
                  <a:latin typeface="Helvetica Condensed" panose="020B0806000000000000" pitchFamily="34" charset="0"/>
                </a:rPr>
                <a:t>2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C092CBFD-1104-04CE-0046-3FE60D560C2F}"/>
                </a:ext>
              </a:extLst>
            </p:cNvPr>
            <p:cNvSpPr txBox="1"/>
            <p:nvPr/>
          </p:nvSpPr>
          <p:spPr>
            <a:xfrm>
              <a:off x="6096000" y="5342282"/>
              <a:ext cx="5257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>
                <a:defRPr>
                  <a:solidFill>
                    <a:srgbClr val="E4E9F0"/>
                  </a:solidFill>
                  <a:latin typeface="HelveticaNeue" panose="00000400000000000000" pitchFamily="2" charset="0"/>
                </a:defRPr>
              </a:lvl1pPr>
            </a:lstStyle>
            <a:p>
              <a:r>
                <a:rPr lang="fr-FR" dirty="0"/>
                <a:t>Adresser l’ensemble des métiers d’Elitys : </a:t>
              </a:r>
            </a:p>
            <a:p>
              <a:r>
                <a:rPr lang="fr-FR" dirty="0"/>
                <a:t>opérations, recrutement, backoffice</a:t>
              </a:r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008A3561-CCD1-7B6D-E6D9-B704DF7E0079}"/>
              </a:ext>
            </a:extLst>
          </p:cNvPr>
          <p:cNvGrpSpPr/>
          <p:nvPr/>
        </p:nvGrpSpPr>
        <p:grpSpPr>
          <a:xfrm>
            <a:off x="4932363" y="1116180"/>
            <a:ext cx="6662738" cy="951820"/>
            <a:chOff x="4932363" y="5189538"/>
            <a:chExt cx="6662738" cy="951820"/>
          </a:xfrm>
        </p:grpSpPr>
        <p:pic>
          <p:nvPicPr>
            <p:cNvPr id="26" name="Graphique 25">
              <a:extLst>
                <a:ext uri="{FF2B5EF4-FFF2-40B4-BE49-F238E27FC236}">
                  <a16:creationId xmlns:a16="http://schemas.microsoft.com/office/drawing/2014/main" id="{F87CA565-1AF9-D255-AD6E-8ED20D90C6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32363" y="5189538"/>
              <a:ext cx="6662738" cy="951820"/>
            </a:xfrm>
            <a:prstGeom prst="rect">
              <a:avLst/>
            </a:prstGeom>
          </p:spPr>
        </p:pic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AAF8D83E-01BD-A9E6-128C-177249FD50B3}"/>
                </a:ext>
              </a:extLst>
            </p:cNvPr>
            <p:cNvSpPr txBox="1"/>
            <p:nvPr/>
          </p:nvSpPr>
          <p:spPr>
            <a:xfrm>
              <a:off x="5156200" y="5342282"/>
              <a:ext cx="5715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dirty="0">
                  <a:solidFill>
                    <a:srgbClr val="3F4798"/>
                  </a:solidFill>
                  <a:latin typeface="Helvetica Condensed" panose="020B0806000000000000" pitchFamily="34" charset="0"/>
                </a:rPr>
                <a:t>1</a:t>
              </a:r>
            </a:p>
          </p:txBody>
        </p: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934855E0-5D69-E3EA-DDC0-123C46EA2C61}"/>
                </a:ext>
              </a:extLst>
            </p:cNvPr>
            <p:cNvSpPr txBox="1"/>
            <p:nvPr/>
          </p:nvSpPr>
          <p:spPr>
            <a:xfrm>
              <a:off x="6096000" y="5342282"/>
              <a:ext cx="5257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 : </a:t>
              </a:r>
            </a:p>
            <a:p>
              <a:r>
                <a:rPr lang="fr-FR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opérations, recrutement, backoffice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4999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EABB2-5D47-1114-D736-39B665BD0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FB47CBD1-D7B9-2FFF-9EF1-661C4E2098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29" name="Graphique 28">
            <a:extLst>
              <a:ext uri="{FF2B5EF4-FFF2-40B4-BE49-F238E27FC236}">
                <a16:creationId xmlns:a16="http://schemas.microsoft.com/office/drawing/2014/main" id="{D9F2D086-463E-C97A-45F6-C762E52E1BFE}"/>
              </a:ext>
            </a:extLst>
          </p:cNvPr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6152" t="21955" r="3872" b="16543"/>
          <a:stretch>
            <a:fillRect/>
          </a:stretch>
        </p:blipFill>
        <p:spPr>
          <a:xfrm>
            <a:off x="2717800" y="0"/>
            <a:ext cx="9474199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BC48BF8-E362-F93C-D909-4DBE6D4166D6}"/>
              </a:ext>
            </a:extLst>
          </p:cNvPr>
          <p:cNvSpPr txBox="1"/>
          <p:nvPr/>
        </p:nvSpPr>
        <p:spPr>
          <a:xfrm>
            <a:off x="335279" y="355600"/>
            <a:ext cx="4000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PROCHAINES ETAPES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9D149200-404D-A81A-E429-DAB9351857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670" y="929025"/>
            <a:ext cx="1008000" cy="84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537B906E-1F06-FC55-1D03-1972ED678CE6}"/>
              </a:ext>
            </a:extLst>
          </p:cNvPr>
          <p:cNvSpPr txBox="1"/>
          <p:nvPr/>
        </p:nvSpPr>
        <p:spPr>
          <a:xfrm>
            <a:off x="335279" y="1217970"/>
            <a:ext cx="5519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6477B9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Exemples de mes prochains besoins</a:t>
            </a:r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9A2B772-864C-BC1A-D696-13ED46DB7DC1}"/>
              </a:ext>
            </a:extLst>
          </p:cNvPr>
          <p:cNvGrpSpPr/>
          <p:nvPr/>
        </p:nvGrpSpPr>
        <p:grpSpPr>
          <a:xfrm>
            <a:off x="7209063" y="2438400"/>
            <a:ext cx="3241133" cy="4103848"/>
            <a:chOff x="8306343" y="2438400"/>
            <a:chExt cx="3241133" cy="4103848"/>
          </a:xfrm>
        </p:grpSpPr>
        <p:pic>
          <p:nvPicPr>
            <p:cNvPr id="20" name="Graphique 19">
              <a:extLst>
                <a:ext uri="{FF2B5EF4-FFF2-40B4-BE49-F238E27FC236}">
                  <a16:creationId xmlns:a16="http://schemas.microsoft.com/office/drawing/2014/main" id="{52EDC06F-8D3A-E1F8-20A0-C5EFFAFA6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306343" y="2438400"/>
              <a:ext cx="3241133" cy="4103848"/>
            </a:xfrm>
            <a:prstGeom prst="rect">
              <a:avLst/>
            </a:prstGeom>
          </p:spPr>
        </p:pic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A53C22DE-69FA-5602-47ED-8E7D6F24FD9A}"/>
                </a:ext>
              </a:extLst>
            </p:cNvPr>
            <p:cNvSpPr txBox="1"/>
            <p:nvPr/>
          </p:nvSpPr>
          <p:spPr>
            <a:xfrm>
              <a:off x="8315325" y="2529283"/>
              <a:ext cx="32321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Titre</a:t>
              </a:r>
            </a:p>
          </p:txBody>
        </p: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73C8CB32-6BC5-DBDC-3980-BB3A47E72CF9}"/>
                </a:ext>
              </a:extLst>
            </p:cNvPr>
            <p:cNvSpPr txBox="1"/>
            <p:nvPr/>
          </p:nvSpPr>
          <p:spPr>
            <a:xfrm>
              <a:off x="8315325" y="3263682"/>
              <a:ext cx="3095625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37A54723-1B01-89FE-0151-339B959DC7BD}"/>
              </a:ext>
            </a:extLst>
          </p:cNvPr>
          <p:cNvGrpSpPr/>
          <p:nvPr/>
        </p:nvGrpSpPr>
        <p:grpSpPr>
          <a:xfrm>
            <a:off x="3472127" y="2438400"/>
            <a:ext cx="3241133" cy="4103848"/>
            <a:chOff x="8306343" y="2438400"/>
            <a:chExt cx="3241133" cy="4103848"/>
          </a:xfrm>
        </p:grpSpPr>
        <p:pic>
          <p:nvPicPr>
            <p:cNvPr id="26" name="Graphique 25">
              <a:extLst>
                <a:ext uri="{FF2B5EF4-FFF2-40B4-BE49-F238E27FC236}">
                  <a16:creationId xmlns:a16="http://schemas.microsoft.com/office/drawing/2014/main" id="{C1119AFF-24A4-0149-517D-993BE0951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306343" y="2438400"/>
              <a:ext cx="3241133" cy="4103848"/>
            </a:xfrm>
            <a:prstGeom prst="rect">
              <a:avLst/>
            </a:prstGeom>
          </p:spPr>
        </p:pic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A9E337E9-21D4-9ECD-AB45-8D56C27009C6}"/>
                </a:ext>
              </a:extLst>
            </p:cNvPr>
            <p:cNvSpPr txBox="1"/>
            <p:nvPr/>
          </p:nvSpPr>
          <p:spPr>
            <a:xfrm>
              <a:off x="8315325" y="2529283"/>
              <a:ext cx="32321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Titre</a:t>
              </a:r>
              <a:endParaRPr lang="fr-FR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</p:txBody>
        </p: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1E955FB7-F62D-9D62-A1BB-468359D8D0B2}"/>
                </a:ext>
              </a:extLst>
            </p:cNvPr>
            <p:cNvSpPr txBox="1"/>
            <p:nvPr/>
          </p:nvSpPr>
          <p:spPr>
            <a:xfrm>
              <a:off x="8379096" y="3263682"/>
              <a:ext cx="3095625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5749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186D5-278A-73E0-9A4E-E02E5A274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A433C1F7-1664-EF64-1112-575494866C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0" name="Graphique 9">
            <a:extLst>
              <a:ext uri="{FF2B5EF4-FFF2-40B4-BE49-F238E27FC236}">
                <a16:creationId xmlns:a16="http://schemas.microsoft.com/office/drawing/2014/main" id="{7E3A2EF1-1165-1891-712C-5C2768DBB4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6152" t="21955" r="36847" b="16543"/>
          <a:stretch>
            <a:fillRect/>
          </a:stretch>
        </p:blipFill>
        <p:spPr>
          <a:xfrm>
            <a:off x="6189976" y="0"/>
            <a:ext cx="6002023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BD4E50B4-3710-8DC8-19A0-39A18C3A9559}"/>
              </a:ext>
            </a:extLst>
          </p:cNvPr>
          <p:cNvSpPr txBox="1"/>
          <p:nvPr/>
        </p:nvSpPr>
        <p:spPr>
          <a:xfrm>
            <a:off x="335279" y="355600"/>
            <a:ext cx="4000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PROCHAINES ETAPES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2B7B8EAF-EB21-3BDE-731A-CDD4CA22FF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670" y="929025"/>
            <a:ext cx="1008000" cy="84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0435D84B-5062-AD96-FDA2-52B843E86BBE}"/>
              </a:ext>
            </a:extLst>
          </p:cNvPr>
          <p:cNvSpPr txBox="1"/>
          <p:nvPr/>
        </p:nvSpPr>
        <p:spPr>
          <a:xfrm>
            <a:off x="335279" y="1217970"/>
            <a:ext cx="5519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6477B9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Exemples de mes prochains besoins</a:t>
            </a:r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8147C488-C8DE-DFFB-B021-5E96106F248A}"/>
              </a:ext>
            </a:extLst>
          </p:cNvPr>
          <p:cNvGrpSpPr/>
          <p:nvPr/>
        </p:nvGrpSpPr>
        <p:grpSpPr>
          <a:xfrm>
            <a:off x="8306343" y="2438400"/>
            <a:ext cx="3241133" cy="4103848"/>
            <a:chOff x="8306343" y="2438400"/>
            <a:chExt cx="3241133" cy="4103848"/>
          </a:xfrm>
        </p:grpSpPr>
        <p:pic>
          <p:nvPicPr>
            <p:cNvPr id="20" name="Graphique 19">
              <a:extLst>
                <a:ext uri="{FF2B5EF4-FFF2-40B4-BE49-F238E27FC236}">
                  <a16:creationId xmlns:a16="http://schemas.microsoft.com/office/drawing/2014/main" id="{7A6C33A6-0849-20FD-035D-C14BEEAFC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306343" y="2438400"/>
              <a:ext cx="3241133" cy="4103848"/>
            </a:xfrm>
            <a:prstGeom prst="rect">
              <a:avLst/>
            </a:prstGeom>
          </p:spPr>
        </p:pic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69E8CC7B-2482-6D22-EA77-D7ED97721C72}"/>
                </a:ext>
              </a:extLst>
            </p:cNvPr>
            <p:cNvSpPr txBox="1"/>
            <p:nvPr/>
          </p:nvSpPr>
          <p:spPr>
            <a:xfrm>
              <a:off x="8315325" y="2529283"/>
              <a:ext cx="32321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Titre</a:t>
              </a:r>
            </a:p>
          </p:txBody>
        </p: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D22858D8-2BCE-BDD6-5EBF-2FC5A124E3B8}"/>
                </a:ext>
              </a:extLst>
            </p:cNvPr>
            <p:cNvSpPr txBox="1"/>
            <p:nvPr/>
          </p:nvSpPr>
          <p:spPr>
            <a:xfrm>
              <a:off x="8315325" y="3263682"/>
              <a:ext cx="3095625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1CF33BC8-5EE5-A266-4B8A-EE54438B1994}"/>
              </a:ext>
            </a:extLst>
          </p:cNvPr>
          <p:cNvGrpSpPr/>
          <p:nvPr/>
        </p:nvGrpSpPr>
        <p:grpSpPr>
          <a:xfrm>
            <a:off x="4569407" y="2438400"/>
            <a:ext cx="3241133" cy="4103848"/>
            <a:chOff x="8306343" y="2438400"/>
            <a:chExt cx="3241133" cy="4103848"/>
          </a:xfrm>
        </p:grpSpPr>
        <p:pic>
          <p:nvPicPr>
            <p:cNvPr id="26" name="Graphique 25">
              <a:extLst>
                <a:ext uri="{FF2B5EF4-FFF2-40B4-BE49-F238E27FC236}">
                  <a16:creationId xmlns:a16="http://schemas.microsoft.com/office/drawing/2014/main" id="{D6008043-2913-A252-AF7C-06174A7B5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306343" y="2438400"/>
              <a:ext cx="3241133" cy="4103848"/>
            </a:xfrm>
            <a:prstGeom prst="rect">
              <a:avLst/>
            </a:prstGeom>
          </p:spPr>
        </p:pic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2E66B724-CADC-2DA8-9781-E798B90DB6DA}"/>
                </a:ext>
              </a:extLst>
            </p:cNvPr>
            <p:cNvSpPr txBox="1"/>
            <p:nvPr/>
          </p:nvSpPr>
          <p:spPr>
            <a:xfrm>
              <a:off x="8315325" y="2529283"/>
              <a:ext cx="32321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Titre</a:t>
              </a:r>
              <a:endParaRPr lang="fr-FR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</p:txBody>
        </p: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EB79DC3D-0C67-BCCE-D7A2-8E708049C6C5}"/>
                </a:ext>
              </a:extLst>
            </p:cNvPr>
            <p:cNvSpPr txBox="1"/>
            <p:nvPr/>
          </p:nvSpPr>
          <p:spPr>
            <a:xfrm>
              <a:off x="8379096" y="3263682"/>
              <a:ext cx="3095625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05FDA017-6BA6-19B3-B32C-908B93E076B8}"/>
              </a:ext>
            </a:extLst>
          </p:cNvPr>
          <p:cNvGrpSpPr/>
          <p:nvPr/>
        </p:nvGrpSpPr>
        <p:grpSpPr>
          <a:xfrm>
            <a:off x="832471" y="2438400"/>
            <a:ext cx="3241133" cy="4103848"/>
            <a:chOff x="8306343" y="2438400"/>
            <a:chExt cx="3241133" cy="4103848"/>
          </a:xfrm>
        </p:grpSpPr>
        <p:pic>
          <p:nvPicPr>
            <p:cNvPr id="4" name="Graphique 3">
              <a:extLst>
                <a:ext uri="{FF2B5EF4-FFF2-40B4-BE49-F238E27FC236}">
                  <a16:creationId xmlns:a16="http://schemas.microsoft.com/office/drawing/2014/main" id="{3F72522F-351A-9A27-B023-FE2CE7EB4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306343" y="2438400"/>
              <a:ext cx="3241133" cy="4103848"/>
            </a:xfrm>
            <a:prstGeom prst="rect">
              <a:avLst/>
            </a:prstGeom>
          </p:spPr>
        </p:pic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84E3BA6E-5525-8617-0C83-1F5C8495E636}"/>
                </a:ext>
              </a:extLst>
            </p:cNvPr>
            <p:cNvSpPr txBox="1"/>
            <p:nvPr/>
          </p:nvSpPr>
          <p:spPr>
            <a:xfrm>
              <a:off x="8315325" y="2529283"/>
              <a:ext cx="32321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Titre</a:t>
              </a:r>
              <a:endParaRPr lang="fr-FR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4927C9B6-49D9-6385-EF5B-2B6000F9303F}"/>
                </a:ext>
              </a:extLst>
            </p:cNvPr>
            <p:cNvSpPr txBox="1"/>
            <p:nvPr/>
          </p:nvSpPr>
          <p:spPr>
            <a:xfrm>
              <a:off x="8379096" y="3263682"/>
              <a:ext cx="3095625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8536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9DA57-B85F-6F50-DC79-CDE84923A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4570D5B9-66BD-3237-4DDE-8E2B8D77985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D236EB21-8787-078F-057A-D1693932CE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6152" t="21955" r="36847" b="16543"/>
          <a:stretch>
            <a:fillRect/>
          </a:stretch>
        </p:blipFill>
        <p:spPr>
          <a:xfrm>
            <a:off x="6189976" y="0"/>
            <a:ext cx="6002023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A8A42D30-7847-3657-6006-D50DFD15EB3D}"/>
              </a:ext>
            </a:extLst>
          </p:cNvPr>
          <p:cNvSpPr txBox="1"/>
          <p:nvPr/>
        </p:nvSpPr>
        <p:spPr>
          <a:xfrm>
            <a:off x="335279" y="355600"/>
            <a:ext cx="4000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PROCHAINES ETAPES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549DD637-A270-8825-35AB-DE457AD542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670" y="929025"/>
            <a:ext cx="1008000" cy="84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3E983F7-45FC-3D1D-649A-6E81B141F5CA}"/>
              </a:ext>
            </a:extLst>
          </p:cNvPr>
          <p:cNvSpPr txBox="1"/>
          <p:nvPr/>
        </p:nvSpPr>
        <p:spPr>
          <a:xfrm>
            <a:off x="335279" y="1217970"/>
            <a:ext cx="5519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6477B9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Exemples de mes prochains besoins</a:t>
            </a:r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A15685D6-B6DC-AB80-25A8-9249DDA0887D}"/>
              </a:ext>
            </a:extLst>
          </p:cNvPr>
          <p:cNvGrpSpPr/>
          <p:nvPr/>
        </p:nvGrpSpPr>
        <p:grpSpPr>
          <a:xfrm>
            <a:off x="9093465" y="2438400"/>
            <a:ext cx="2598235" cy="4103848"/>
            <a:chOff x="8306343" y="2438400"/>
            <a:chExt cx="3241133" cy="4103848"/>
          </a:xfrm>
        </p:grpSpPr>
        <p:pic>
          <p:nvPicPr>
            <p:cNvPr id="20" name="Graphique 19">
              <a:extLst>
                <a:ext uri="{FF2B5EF4-FFF2-40B4-BE49-F238E27FC236}">
                  <a16:creationId xmlns:a16="http://schemas.microsoft.com/office/drawing/2014/main" id="{17DFEAF3-21C4-6420-A9F7-E3C8AD4E5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306343" y="2438400"/>
              <a:ext cx="3241133" cy="4103848"/>
            </a:xfrm>
            <a:prstGeom prst="rect">
              <a:avLst/>
            </a:prstGeom>
          </p:spPr>
        </p:pic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32DA2154-76F1-0BCD-7A5E-A02ABF230C33}"/>
                </a:ext>
              </a:extLst>
            </p:cNvPr>
            <p:cNvSpPr txBox="1"/>
            <p:nvPr/>
          </p:nvSpPr>
          <p:spPr>
            <a:xfrm>
              <a:off x="8315325" y="2529283"/>
              <a:ext cx="32321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Titre</a:t>
              </a:r>
            </a:p>
          </p:txBody>
        </p: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34BBDD74-D02E-28DD-6558-B82E66E5005F}"/>
                </a:ext>
              </a:extLst>
            </p:cNvPr>
            <p:cNvSpPr txBox="1"/>
            <p:nvPr/>
          </p:nvSpPr>
          <p:spPr>
            <a:xfrm>
              <a:off x="8315325" y="3263682"/>
              <a:ext cx="3095625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1408950D-5442-C9DD-D7D3-47ECBD4A0BAF}"/>
              </a:ext>
            </a:extLst>
          </p:cNvPr>
          <p:cNvGrpSpPr/>
          <p:nvPr/>
        </p:nvGrpSpPr>
        <p:grpSpPr>
          <a:xfrm>
            <a:off x="6155781" y="2438400"/>
            <a:ext cx="2598235" cy="4103848"/>
            <a:chOff x="8306343" y="2438400"/>
            <a:chExt cx="3241133" cy="4103848"/>
          </a:xfrm>
        </p:grpSpPr>
        <p:pic>
          <p:nvPicPr>
            <p:cNvPr id="26" name="Graphique 25">
              <a:extLst>
                <a:ext uri="{FF2B5EF4-FFF2-40B4-BE49-F238E27FC236}">
                  <a16:creationId xmlns:a16="http://schemas.microsoft.com/office/drawing/2014/main" id="{A2CFAAFF-08B8-557A-BE30-AE2BD76D30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306343" y="2438400"/>
              <a:ext cx="3241133" cy="4103848"/>
            </a:xfrm>
            <a:prstGeom prst="rect">
              <a:avLst/>
            </a:prstGeom>
          </p:spPr>
        </p:pic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B3D4548A-A241-495A-7A9F-545C98A5488F}"/>
                </a:ext>
              </a:extLst>
            </p:cNvPr>
            <p:cNvSpPr txBox="1"/>
            <p:nvPr/>
          </p:nvSpPr>
          <p:spPr>
            <a:xfrm>
              <a:off x="8315325" y="2529283"/>
              <a:ext cx="32321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Titre</a:t>
              </a:r>
              <a:endParaRPr lang="fr-FR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</p:txBody>
        </p: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38008E29-F36C-17D3-D15E-27196EB37AE5}"/>
                </a:ext>
              </a:extLst>
            </p:cNvPr>
            <p:cNvSpPr txBox="1"/>
            <p:nvPr/>
          </p:nvSpPr>
          <p:spPr>
            <a:xfrm>
              <a:off x="8379096" y="3263682"/>
              <a:ext cx="3095625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E8B9FE9C-FC8E-003D-307E-9D9B7448BD1A}"/>
              </a:ext>
            </a:extLst>
          </p:cNvPr>
          <p:cNvGrpSpPr/>
          <p:nvPr/>
        </p:nvGrpSpPr>
        <p:grpSpPr>
          <a:xfrm>
            <a:off x="3218097" y="2438400"/>
            <a:ext cx="2598235" cy="4103848"/>
            <a:chOff x="8306343" y="2438400"/>
            <a:chExt cx="3241133" cy="4103848"/>
          </a:xfrm>
        </p:grpSpPr>
        <p:pic>
          <p:nvPicPr>
            <p:cNvPr id="4" name="Graphique 3">
              <a:extLst>
                <a:ext uri="{FF2B5EF4-FFF2-40B4-BE49-F238E27FC236}">
                  <a16:creationId xmlns:a16="http://schemas.microsoft.com/office/drawing/2014/main" id="{DAAB1D99-31A6-8EC3-B00B-948907AFD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306343" y="2438400"/>
              <a:ext cx="3241133" cy="4103848"/>
            </a:xfrm>
            <a:prstGeom prst="rect">
              <a:avLst/>
            </a:prstGeom>
          </p:spPr>
        </p:pic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D0080A55-FC0A-F5B3-8836-0C036AB99B28}"/>
                </a:ext>
              </a:extLst>
            </p:cNvPr>
            <p:cNvSpPr txBox="1"/>
            <p:nvPr/>
          </p:nvSpPr>
          <p:spPr>
            <a:xfrm>
              <a:off x="8315325" y="2529283"/>
              <a:ext cx="32321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Titre</a:t>
              </a:r>
              <a:endParaRPr lang="fr-FR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C176FCCD-C8A1-6F6F-3091-0C69461D5358}"/>
                </a:ext>
              </a:extLst>
            </p:cNvPr>
            <p:cNvSpPr txBox="1"/>
            <p:nvPr/>
          </p:nvSpPr>
          <p:spPr>
            <a:xfrm>
              <a:off x="8379096" y="3263682"/>
              <a:ext cx="3095625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06A1EA89-5517-2F8D-16A4-1D723591BF70}"/>
              </a:ext>
            </a:extLst>
          </p:cNvPr>
          <p:cNvGrpSpPr/>
          <p:nvPr/>
        </p:nvGrpSpPr>
        <p:grpSpPr>
          <a:xfrm>
            <a:off x="338735" y="2438400"/>
            <a:ext cx="2598235" cy="4103848"/>
            <a:chOff x="8306343" y="2438400"/>
            <a:chExt cx="3241133" cy="4103848"/>
          </a:xfrm>
        </p:grpSpPr>
        <p:pic>
          <p:nvPicPr>
            <p:cNvPr id="11" name="Graphique 10">
              <a:extLst>
                <a:ext uri="{FF2B5EF4-FFF2-40B4-BE49-F238E27FC236}">
                  <a16:creationId xmlns:a16="http://schemas.microsoft.com/office/drawing/2014/main" id="{18FEC6EB-D131-228E-E414-A2F19B36D19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306343" y="2438400"/>
              <a:ext cx="3241133" cy="4103848"/>
            </a:xfrm>
            <a:prstGeom prst="rect">
              <a:avLst/>
            </a:prstGeom>
          </p:spPr>
        </p:pic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D4F19B42-D99D-F8B1-12F5-E66E72136DB7}"/>
                </a:ext>
              </a:extLst>
            </p:cNvPr>
            <p:cNvSpPr txBox="1"/>
            <p:nvPr/>
          </p:nvSpPr>
          <p:spPr>
            <a:xfrm>
              <a:off x="8315325" y="2529283"/>
              <a:ext cx="32321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Titre</a:t>
              </a:r>
              <a:endParaRPr lang="fr-FR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55F14CC4-1284-D720-80AB-1648FF4F1CAA}"/>
                </a:ext>
              </a:extLst>
            </p:cNvPr>
            <p:cNvSpPr txBox="1"/>
            <p:nvPr/>
          </p:nvSpPr>
          <p:spPr>
            <a:xfrm>
              <a:off x="8379096" y="3263682"/>
              <a:ext cx="3095625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0871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7C8DA-0E65-E1BE-5F83-294C25410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>
            <a:extLst>
              <a:ext uri="{FF2B5EF4-FFF2-40B4-BE49-F238E27FC236}">
                <a16:creationId xmlns:a16="http://schemas.microsoft.com/office/drawing/2014/main" id="{275A6A98-FF47-4CF0-3935-81DAF566147A}"/>
              </a:ext>
            </a:extLst>
          </p:cNvPr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9266D98-7E68-6FF4-9072-219C75A5C580}"/>
              </a:ext>
            </a:extLst>
          </p:cNvPr>
          <p:cNvSpPr txBox="1"/>
          <p:nvPr/>
        </p:nvSpPr>
        <p:spPr>
          <a:xfrm>
            <a:off x="335279" y="355600"/>
            <a:ext cx="4000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E3E9F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PROCHAINES ETAPES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A90368E6-89CD-4095-D5A7-0A38C04064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7670" y="929025"/>
            <a:ext cx="1008000" cy="84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9DC98D28-87BC-C9FB-3A1C-A88C26EBC487}"/>
              </a:ext>
            </a:extLst>
          </p:cNvPr>
          <p:cNvSpPr txBox="1"/>
          <p:nvPr/>
        </p:nvSpPr>
        <p:spPr>
          <a:xfrm>
            <a:off x="335279" y="1217970"/>
            <a:ext cx="5519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6477B9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Exemples de mes prochains besoins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FD1D33E0-DAE7-94EB-4300-A9656AF392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6152" t="21955" r="36847" b="16543"/>
          <a:stretch>
            <a:fillRect/>
          </a:stretch>
        </p:blipFill>
        <p:spPr>
          <a:xfrm>
            <a:off x="6189976" y="0"/>
            <a:ext cx="6002023" cy="6858000"/>
          </a:xfrm>
          <a:prstGeom prst="rect">
            <a:avLst/>
          </a:prstGeom>
        </p:spPr>
      </p:pic>
      <p:pic>
        <p:nvPicPr>
          <p:cNvPr id="21" name="Graphique 20">
            <a:extLst>
              <a:ext uri="{FF2B5EF4-FFF2-40B4-BE49-F238E27FC236}">
                <a16:creationId xmlns:a16="http://schemas.microsoft.com/office/drawing/2014/main" id="{E081C157-F3B3-E6B3-898A-E0C481E52FB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82821" y="2772781"/>
            <a:ext cx="8433249" cy="2500310"/>
          </a:xfrm>
          <a:prstGeom prst="rect">
            <a:avLst/>
          </a:prstGeom>
        </p:spPr>
      </p:pic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94528974-2C2F-E01F-D583-A90673A53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065352"/>
              </p:ext>
            </p:extLst>
          </p:nvPr>
        </p:nvGraphicFramePr>
        <p:xfrm>
          <a:off x="2935446" y="2853266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31339669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8718401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2616823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441346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E3E9F1"/>
                          </a:solidFill>
                          <a:latin typeface="HelveticaNeue" panose="00000400000000000000" pitchFamily="2" charset="0"/>
                        </a:rPr>
                        <a:t>Titre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E3E9F1"/>
                          </a:solidFill>
                          <a:latin typeface="HelveticaNeue" panose="00000400000000000000" pitchFamily="2" charset="0"/>
                        </a:rPr>
                        <a:t>Titre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E3E9F1"/>
                          </a:solidFill>
                          <a:latin typeface="HelveticaNeue" panose="00000400000000000000" pitchFamily="2" charset="0"/>
                        </a:rPr>
                        <a:t>Titre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E3E9F1"/>
                          </a:solidFill>
                          <a:latin typeface="HelveticaNeue" panose="00000400000000000000" pitchFamily="2" charset="0"/>
                        </a:rPr>
                        <a:t>Titre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738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29295E"/>
                          </a:solidFill>
                          <a:latin typeface="Helvetica Neue Light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29295E"/>
                          </a:solidFill>
                          <a:latin typeface="Helvetica Neue Light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29295E"/>
                          </a:solidFill>
                          <a:latin typeface="Helvetica Neue Light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29295E"/>
                          </a:solidFill>
                          <a:latin typeface="Helvetica Neue Light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6195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29295E"/>
                          </a:solidFill>
                          <a:latin typeface="Helvetica Neue Light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252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528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491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6882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3591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335DE-64B0-C629-4F5E-B86E49353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>
            <a:extLst>
              <a:ext uri="{FF2B5EF4-FFF2-40B4-BE49-F238E27FC236}">
                <a16:creationId xmlns:a16="http://schemas.microsoft.com/office/drawing/2014/main" id="{770BDBF3-254C-98D9-EED6-5C1D1A5B7BD4}"/>
              </a:ext>
            </a:extLst>
          </p:cNvPr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pic>
        <p:nvPicPr>
          <p:cNvPr id="9" name="Graphique 8">
            <a:extLst>
              <a:ext uri="{FF2B5EF4-FFF2-40B4-BE49-F238E27FC236}">
                <a16:creationId xmlns:a16="http://schemas.microsoft.com/office/drawing/2014/main" id="{E2E400D3-B940-1520-4A2C-95603503A3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6152" t="21955" r="36847" b="16543"/>
          <a:stretch>
            <a:fillRect/>
          </a:stretch>
        </p:blipFill>
        <p:spPr>
          <a:xfrm>
            <a:off x="6189976" y="0"/>
            <a:ext cx="6002023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59C0192-6283-D6FC-8016-B7ECDD227CC6}"/>
              </a:ext>
            </a:extLst>
          </p:cNvPr>
          <p:cNvSpPr txBox="1"/>
          <p:nvPr/>
        </p:nvSpPr>
        <p:spPr>
          <a:xfrm>
            <a:off x="335279" y="355600"/>
            <a:ext cx="4000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E3E9F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PROCHAINES ETAPES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8D6E3C3D-6822-8F17-62D1-2730A5FA3E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7670" y="929025"/>
            <a:ext cx="1008000" cy="84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062209E5-C152-C589-43BD-73AF6822F323}"/>
              </a:ext>
            </a:extLst>
          </p:cNvPr>
          <p:cNvSpPr txBox="1"/>
          <p:nvPr/>
        </p:nvSpPr>
        <p:spPr>
          <a:xfrm>
            <a:off x="335279" y="1217970"/>
            <a:ext cx="5519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6477B9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Exemples de mes prochains besoins</a:t>
            </a:r>
          </a:p>
        </p:txBody>
      </p:sp>
      <p:pic>
        <p:nvPicPr>
          <p:cNvPr id="24" name="Graphique 23">
            <a:extLst>
              <a:ext uri="{FF2B5EF4-FFF2-40B4-BE49-F238E27FC236}">
                <a16:creationId xmlns:a16="http://schemas.microsoft.com/office/drawing/2014/main" id="{1337FFC5-E284-6D75-DF40-B0BE1095630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54496" y="2768892"/>
            <a:ext cx="4351404" cy="3228975"/>
          </a:xfrm>
          <a:prstGeom prst="rect">
            <a:avLst/>
          </a:prstGeom>
        </p:spPr>
      </p:pic>
      <p:graphicFrame>
        <p:nvGraphicFramePr>
          <p:cNvPr id="25" name="Tableau 24">
            <a:extLst>
              <a:ext uri="{FF2B5EF4-FFF2-40B4-BE49-F238E27FC236}">
                <a16:creationId xmlns:a16="http://schemas.microsoft.com/office/drawing/2014/main" id="{A2491F05-2ACA-2FDB-11A2-506173AB7E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230058"/>
              </p:ext>
            </p:extLst>
          </p:nvPr>
        </p:nvGraphicFramePr>
        <p:xfrm>
          <a:off x="4888071" y="2815166"/>
          <a:ext cx="4064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31339669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87184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E3E9F1"/>
                          </a:solidFill>
                          <a:latin typeface="HelveticaNeue" panose="00000400000000000000" pitchFamily="2" charset="0"/>
                        </a:rPr>
                        <a:t>Titre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E3E9F1"/>
                          </a:solidFill>
                          <a:latin typeface="HelveticaNeue" panose="00000400000000000000" pitchFamily="2" charset="0"/>
                        </a:rPr>
                        <a:t>Titre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738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29295E"/>
                          </a:solidFill>
                          <a:latin typeface="Helvetica Neue Light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29295E"/>
                          </a:solidFill>
                          <a:latin typeface="Helvetica Neue Light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6195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252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528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491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688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411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385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348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1B6E2-178F-6976-7A5D-F5C060B67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DC56601B-E486-6ADA-A340-4314F12246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6B49292-CDFB-0298-2A59-CFB46EED362A}"/>
              </a:ext>
            </a:extLst>
          </p:cNvPr>
          <p:cNvSpPr txBox="1"/>
          <p:nvPr/>
        </p:nvSpPr>
        <p:spPr>
          <a:xfrm>
            <a:off x="335280" y="355600"/>
            <a:ext cx="323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TIMELINE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9A20A364-35D8-CE57-1FC8-1646FE90D9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670" y="929025"/>
            <a:ext cx="1008000" cy="84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0E7EF72-F118-8939-AB52-B17835A2E65C}"/>
              </a:ext>
            </a:extLst>
          </p:cNvPr>
          <p:cNvSpPr txBox="1"/>
          <p:nvPr/>
        </p:nvSpPr>
        <p:spPr>
          <a:xfrm>
            <a:off x="335280" y="1217970"/>
            <a:ext cx="323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6477B9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Titre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FD7081E6-1E92-3BED-2BF6-0906E8B3A5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3429000"/>
            <a:ext cx="10718800" cy="814970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A48DAD79-5D7B-5FA4-3518-4BD89CB1E721}"/>
              </a:ext>
            </a:extLst>
          </p:cNvPr>
          <p:cNvSpPr txBox="1"/>
          <p:nvPr/>
        </p:nvSpPr>
        <p:spPr>
          <a:xfrm>
            <a:off x="1231901" y="2376130"/>
            <a:ext cx="2374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  <a:t>PRESENTATION </a:t>
            </a:r>
            <a:b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</a:br>
            <a: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  <a:t>KEY USERS</a:t>
            </a:r>
          </a:p>
          <a:p>
            <a:r>
              <a:rPr lang="fr-FR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Réunion mensuelle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45C14045-3F23-0D37-F5F9-53F472594E31}"/>
              </a:ext>
            </a:extLst>
          </p:cNvPr>
          <p:cNvSpPr txBox="1"/>
          <p:nvPr/>
        </p:nvSpPr>
        <p:spPr>
          <a:xfrm>
            <a:off x="3648869" y="4498109"/>
            <a:ext cx="28408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  <a:t>DEPLOIEMENT </a:t>
            </a:r>
            <a:b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</a:br>
            <a: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  <a:t>KEY USERS</a:t>
            </a:r>
          </a:p>
          <a:p>
            <a:r>
              <a:rPr lang="fr-FR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Réunion mensuelle</a:t>
            </a:r>
          </a:p>
          <a:p>
            <a:r>
              <a:rPr lang="fr-FR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Remontée des bugs </a:t>
            </a:r>
          </a:p>
          <a:p>
            <a:r>
              <a:rPr lang="fr-FR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Idée d’amélioration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290E8695-CE20-F727-581D-C69D9CEE4180}"/>
              </a:ext>
            </a:extLst>
          </p:cNvPr>
          <p:cNvSpPr txBox="1"/>
          <p:nvPr/>
        </p:nvSpPr>
        <p:spPr>
          <a:xfrm>
            <a:off x="6188868" y="2376130"/>
            <a:ext cx="27265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  <a:t>DEPLOIEMENT </a:t>
            </a:r>
            <a:b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</a:br>
            <a: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  <a:t>ELITYS</a:t>
            </a:r>
          </a:p>
          <a:p>
            <a:r>
              <a:rPr lang="fr-FR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Amélioration continue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AA7E1EE4-5B4B-EDDB-4A06-0EBF65D88609}"/>
              </a:ext>
            </a:extLst>
          </p:cNvPr>
          <p:cNvSpPr txBox="1"/>
          <p:nvPr/>
        </p:nvSpPr>
        <p:spPr>
          <a:xfrm>
            <a:off x="8654652" y="4498109"/>
            <a:ext cx="31182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  <a:t>GO LIVE</a:t>
            </a:r>
          </a:p>
          <a:p>
            <a:r>
              <a:rPr lang="fr-FR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Elitys utilise IAMI pour</a:t>
            </a:r>
          </a:p>
          <a:p>
            <a:r>
              <a:rPr lang="fr-FR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booster la productivité</a:t>
            </a:r>
          </a:p>
          <a:p>
            <a:r>
              <a:rPr lang="fr-FR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et vous permettre de vous concentrer sur vos métiers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C78F7954-B9C5-A850-4992-52FE374AF4ED}"/>
              </a:ext>
            </a:extLst>
          </p:cNvPr>
          <p:cNvSpPr txBox="1"/>
          <p:nvPr/>
        </p:nvSpPr>
        <p:spPr>
          <a:xfrm>
            <a:off x="1623060" y="4373510"/>
            <a:ext cx="1564640" cy="376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9295E"/>
                </a:solidFill>
                <a:highlight>
                  <a:srgbClr val="C0C0C0"/>
                </a:highlight>
                <a:latin typeface="HelveticaNeue" panose="00000400000000000000" pitchFamily="2" charset="0"/>
              </a:rPr>
              <a:t>26.11.25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DF567BC6-17BA-E983-73C3-41CC3D52371B}"/>
              </a:ext>
            </a:extLst>
          </p:cNvPr>
          <p:cNvSpPr txBox="1"/>
          <p:nvPr/>
        </p:nvSpPr>
        <p:spPr>
          <a:xfrm>
            <a:off x="4286965" y="2976441"/>
            <a:ext cx="1564640" cy="376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9295E"/>
                </a:solidFill>
                <a:highlight>
                  <a:srgbClr val="C0C0C0"/>
                </a:highlight>
                <a:latin typeface="HelveticaNeue" panose="00000400000000000000" pitchFamily="2" charset="0"/>
              </a:rPr>
              <a:t>16.01.26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EC347F0F-C75C-A906-C3AA-2B8A861FC8C8}"/>
              </a:ext>
            </a:extLst>
          </p:cNvPr>
          <p:cNvSpPr txBox="1"/>
          <p:nvPr/>
        </p:nvSpPr>
        <p:spPr>
          <a:xfrm>
            <a:off x="6769814" y="4373510"/>
            <a:ext cx="1564640" cy="376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9295E"/>
                </a:solidFill>
                <a:highlight>
                  <a:srgbClr val="C0C0C0"/>
                </a:highlight>
                <a:latin typeface="HelveticaNeue" panose="00000400000000000000" pitchFamily="2" charset="0"/>
              </a:rPr>
              <a:t>06.26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1B5F6819-B672-916D-5A3F-A4154A9243F6}"/>
              </a:ext>
            </a:extLst>
          </p:cNvPr>
          <p:cNvSpPr txBox="1"/>
          <p:nvPr/>
        </p:nvSpPr>
        <p:spPr>
          <a:xfrm>
            <a:off x="9431455" y="2976441"/>
            <a:ext cx="1564640" cy="376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9295E"/>
                </a:solidFill>
                <a:highlight>
                  <a:srgbClr val="C0C0C0"/>
                </a:highlight>
                <a:latin typeface="HelveticaNeue" panose="00000400000000000000" pitchFamily="2" charset="0"/>
              </a:rPr>
              <a:t>11.26</a:t>
            </a:r>
          </a:p>
        </p:txBody>
      </p:sp>
    </p:spTree>
    <p:extLst>
      <p:ext uri="{BB962C8B-B14F-4D97-AF65-F5344CB8AC3E}">
        <p14:creationId xmlns:p14="http://schemas.microsoft.com/office/powerpoint/2010/main" val="2987595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40CF3-B082-F42B-9C4E-B5495570B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9591F757-C036-23B1-C4D9-804F26695D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D1C4D6D9-108C-2AEC-874D-C0EE4336DA76}"/>
              </a:ext>
            </a:extLst>
          </p:cNvPr>
          <p:cNvSpPr txBox="1"/>
          <p:nvPr/>
        </p:nvSpPr>
        <p:spPr>
          <a:xfrm>
            <a:off x="2755900" y="3198167"/>
            <a:ext cx="8674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400" b="1" dirty="0">
                <a:solidFill>
                  <a:srgbClr val="10B98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PRESENTATION DE LA VERSION BETA</a:t>
            </a:r>
          </a:p>
        </p:txBody>
      </p:sp>
    </p:spTree>
    <p:extLst>
      <p:ext uri="{BB962C8B-B14F-4D97-AF65-F5344CB8AC3E}">
        <p14:creationId xmlns:p14="http://schemas.microsoft.com/office/powerpoint/2010/main" val="4218743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6449B-E234-6380-0F1C-32326EB78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1B3CD7A8-3A73-FD07-2273-04047CF918D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B09B6E6-77F8-5A4D-410B-B2DB151EC607}"/>
              </a:ext>
            </a:extLst>
          </p:cNvPr>
          <p:cNvSpPr txBox="1"/>
          <p:nvPr/>
        </p:nvSpPr>
        <p:spPr>
          <a:xfrm>
            <a:off x="335279" y="355600"/>
            <a:ext cx="4000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PROCHAINES ETAPES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7587987D-A7EE-6770-65A0-1AB8EC5CFF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670" y="929025"/>
            <a:ext cx="1008000" cy="84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1C1E78A-453E-5B41-DE70-1015355E986C}"/>
              </a:ext>
            </a:extLst>
          </p:cNvPr>
          <p:cNvSpPr txBox="1"/>
          <p:nvPr/>
        </p:nvSpPr>
        <p:spPr>
          <a:xfrm>
            <a:off x="335279" y="1217970"/>
            <a:ext cx="5519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6477B9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Exemples de mes prochains besoins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40E75FF0-DE74-CED0-8950-50386E5C7F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6152" t="21955" r="36847" b="16543"/>
          <a:stretch>
            <a:fillRect/>
          </a:stretch>
        </p:blipFill>
        <p:spPr>
          <a:xfrm>
            <a:off x="6189976" y="0"/>
            <a:ext cx="6002023" cy="68580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F180868E-E46A-F5A9-F3B0-9D5E3412528C}"/>
              </a:ext>
            </a:extLst>
          </p:cNvPr>
          <p:cNvSpPr txBox="1"/>
          <p:nvPr/>
        </p:nvSpPr>
        <p:spPr>
          <a:xfrm>
            <a:off x="1415670" y="2478038"/>
            <a:ext cx="742353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Définir précisément ce qu’on peut générer dans les EAE </a:t>
            </a:r>
          </a:p>
          <a:p>
            <a:r>
              <a:rPr lang="fr-FR" sz="2000" b="1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et ce qui est fait en réunion BM/ Consultant</a:t>
            </a:r>
          </a:p>
          <a:p>
            <a:endParaRPr lang="fr-FR" sz="2000" b="1" dirty="0">
              <a:solidFill>
                <a:srgbClr val="29295E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fr-FR" sz="2000" b="1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Définir ce que vous aimeriez voir dans le tableau de bord</a:t>
            </a:r>
          </a:p>
          <a:p>
            <a:endParaRPr lang="fr-FR" sz="2000" b="1" dirty="0">
              <a:solidFill>
                <a:srgbClr val="29295E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fr-FR" sz="2000" b="1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Définir les KPIS qui vous intéressent pour les besoins </a:t>
            </a:r>
          </a:p>
          <a:p>
            <a:endParaRPr lang="fr-FR" sz="2000" b="1" dirty="0">
              <a:solidFill>
                <a:srgbClr val="29295E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fr-FR" sz="2000" b="1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Définir l’évolution des objectifs </a:t>
            </a:r>
          </a:p>
        </p:txBody>
      </p:sp>
    </p:spTree>
    <p:extLst>
      <p:ext uri="{BB962C8B-B14F-4D97-AF65-F5344CB8AC3E}">
        <p14:creationId xmlns:p14="http://schemas.microsoft.com/office/powerpoint/2010/main" val="2765390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457EE-F2FC-9AA5-39F2-81280A46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A37F1EB2-6EB6-705D-409D-4046C561710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4D6BC08D-E5AE-B577-AFA2-6559CCEC21D3}"/>
              </a:ext>
            </a:extLst>
          </p:cNvPr>
          <p:cNvSpPr txBox="1"/>
          <p:nvPr/>
        </p:nvSpPr>
        <p:spPr>
          <a:xfrm>
            <a:off x="2755900" y="3198167"/>
            <a:ext cx="8674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10B981"/>
                </a:solidFill>
                <a:latin typeface="HelveticaNeue" panose="00000400000000000000" pitchFamily="2" charset="0"/>
              </a:rPr>
              <a:t>ET VOUS, </a:t>
            </a:r>
          </a:p>
          <a:p>
            <a:r>
              <a:rPr lang="fr-FR" sz="2400" dirty="0">
                <a:solidFill>
                  <a:srgbClr val="10B981"/>
                </a:solidFill>
                <a:latin typeface="HelveticaNeue" panose="00000400000000000000" pitchFamily="2" charset="0"/>
              </a:rPr>
              <a:t>QUE VOUDRIEZ VOUS VOIR DANS VOTRE OUTILS IAMI ? </a:t>
            </a:r>
          </a:p>
        </p:txBody>
      </p:sp>
    </p:spTree>
    <p:extLst>
      <p:ext uri="{BB962C8B-B14F-4D97-AF65-F5344CB8AC3E}">
        <p14:creationId xmlns:p14="http://schemas.microsoft.com/office/powerpoint/2010/main" val="2720521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1D368-3BCB-890E-E8BA-6D26684CE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16DF3A11-D5E3-A245-0BAC-BE9BD80A8A1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Graphique 2">
            <a:extLst>
              <a:ext uri="{FF2B5EF4-FFF2-40B4-BE49-F238E27FC236}">
                <a16:creationId xmlns:a16="http://schemas.microsoft.com/office/drawing/2014/main" id="{03BDE77B-258D-9350-87A8-D853A989E21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2017295"/>
            <a:ext cx="12192000" cy="282341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9A91C47F-4B17-6E1E-F61C-C6ED76C1CAD8}"/>
              </a:ext>
            </a:extLst>
          </p:cNvPr>
          <p:cNvSpPr txBox="1"/>
          <p:nvPr/>
        </p:nvSpPr>
        <p:spPr>
          <a:xfrm>
            <a:off x="3228973" y="2220267"/>
            <a:ext cx="57340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600" b="1" dirty="0">
                <a:solidFill>
                  <a:srgbClr val="E4E9F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merci</a:t>
            </a: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0C8DD28B-8AA8-44EA-89D7-4BE5D018C7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13461" y="4722068"/>
            <a:ext cx="1565078" cy="144013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33BCA51-E5A7-C721-1CC0-5B65D66A351C}"/>
              </a:ext>
            </a:extLst>
          </p:cNvPr>
          <p:cNvSpPr txBox="1"/>
          <p:nvPr/>
        </p:nvSpPr>
        <p:spPr>
          <a:xfrm>
            <a:off x="4060188" y="6193899"/>
            <a:ext cx="40716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rgbClr val="DEBFD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www.iamisolutions.com/</a:t>
            </a:r>
          </a:p>
        </p:txBody>
      </p:sp>
    </p:spTree>
    <p:extLst>
      <p:ext uri="{BB962C8B-B14F-4D97-AF65-F5344CB8AC3E}">
        <p14:creationId xmlns:p14="http://schemas.microsoft.com/office/powerpoint/2010/main" val="379079934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1638</TotalTime>
  <Words>491</Words>
  <Application>Microsoft Macintosh PowerPoint</Application>
  <PresentationFormat>Widescreen</PresentationFormat>
  <Paragraphs>202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Aptos Display</vt:lpstr>
      <vt:lpstr>Arial</vt:lpstr>
      <vt:lpstr>Helvetica Condensed</vt:lpstr>
      <vt:lpstr>Helvetica Neue</vt:lpstr>
      <vt:lpstr>Helvetica Neue Light</vt:lpstr>
      <vt:lpstr>Helvetica Neue Thin</vt:lpstr>
      <vt:lpstr>HelveticaNeue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Camille TARRAY</dc:creator>
  <cp:lastModifiedBy>Théo CADENE</cp:lastModifiedBy>
  <cp:revision>9</cp:revision>
  <dcterms:created xsi:type="dcterms:W3CDTF">2026-02-16T13:47:53Z</dcterms:created>
  <dcterms:modified xsi:type="dcterms:W3CDTF">2026-05-18T12:55:03Z</dcterms:modified>
</cp:coreProperties>
</file>