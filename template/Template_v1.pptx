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5" r:id="rId3"/>
    <p:sldId id="266" r:id="rId4"/>
    <p:sldId id="263" r:id="rId5"/>
    <p:sldId id="264" r:id="rId6"/>
    <p:sldId id="271" r:id="rId7"/>
    <p:sldId id="27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7DEB"/>
    <a:srgbClr val="2D37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FDF6E-802E-EA3A-3176-D87FC28FA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230471-63F9-4CAC-5647-37D52CE735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14A4E-D4CE-7017-3226-249E711C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3F018-1A26-8C4D-A306-A9A30E36813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B58A1-8670-CBAD-44CD-D58EB3735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22992-8118-2C8A-80E9-67CC0CB2A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762F-DE0F-D148-99F8-749B5F71D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80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CAB8-FFB4-DF53-C036-8A618A102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F93DD-C8C1-2D4F-FB70-1D79AFF7F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5F57B-E117-2C1E-3843-AE2748976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3F018-1A26-8C4D-A306-A9A30E36813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7D7FA-706A-7167-8A35-300071542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CCA16-08E8-E90D-3BB0-125F33CCB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762F-DE0F-D148-99F8-749B5F71D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76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DF92F-1044-427E-3B4A-BD8991F37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75980-8C35-216D-5658-187C00895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1CBDB-072F-480A-5BE5-906504EF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3F018-1A26-8C4D-A306-A9A30E36813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C2BD3-D33E-9DE6-F017-EB1F2403E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652B0-14E2-CFE3-9236-5D6452CC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762F-DE0F-D148-99F8-749B5F71D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45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A7DBB-E073-F75B-980D-3FCA44F8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136-56ED-0601-85AB-06FD231FE0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7BAA9-40C5-DC60-4FAD-026C04B87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75833-826A-669E-4E01-251783AEB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3F018-1A26-8C4D-A306-A9A30E36813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D286B-4F49-9C53-7090-937488C8B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CEFCC-F6A5-5968-5F40-B579493A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762F-DE0F-D148-99F8-749B5F71D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94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20B1-DB8C-E25B-3879-5C7D845EB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59F26-E238-68D1-78E0-36F250E7C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C2B00-29C5-42DD-E6DB-D6A93A6FF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8D473A-9073-41EE-438F-BBD4ACB08C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F19E64-8F0C-6987-D178-EF20A1DFD6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DD5155-7685-068C-B37D-1042176A8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3F018-1A26-8C4D-A306-A9A30E36813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B591D5-B4B3-B92D-2B4D-95C10D461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F418B3-DEE9-5784-7A75-7097BD95D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762F-DE0F-D148-99F8-749B5F71D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4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C9556-24A6-E7EC-C347-103ACFE5F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D39F70-6FD4-A1F9-115A-7FB7F5CD5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3F018-1A26-8C4D-A306-A9A30E36813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179765-F754-79ED-EEE5-54F49701F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4CA491-FA4B-11F9-EC6D-6CD9DA15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762F-DE0F-D148-99F8-749B5F71D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84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1310B-3AA6-2CCF-3D33-6EBB013C1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3F018-1A26-8C4D-A306-A9A30E36813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5D6D75-9046-3EE8-3101-73E7BB3E4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D3BC8-5F29-F7A7-B9D0-2ADCFE87E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762F-DE0F-D148-99F8-749B5F71D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47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47AB-07EC-A145-D8D4-81B219DB8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B96BC-1D5D-E04B-A2B5-0CE0F3416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8FC5EA-7DBC-200F-BC40-9AECED4D4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2CDC6-9996-60AF-AADE-E08976012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3F018-1A26-8C4D-A306-A9A30E36813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CD132-EE4B-52C5-5E96-C0CF3F125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D68B4-BC1F-7A78-F62F-EFD1FB91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762F-DE0F-D148-99F8-749B5F71D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13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69567-5D1C-0778-7619-9CDE5C507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13A55A-14C9-4D65-6EA8-6C268D4299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682C0-5AAE-8A35-6043-7A53792C7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EC740-6C9B-72A2-A0E4-CF2377CC7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3F018-1A26-8C4D-A306-A9A30E36813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04B44-E502-853E-7E02-1693D731E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07CC4-4218-14D6-51EF-23550CE27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762F-DE0F-D148-99F8-749B5F71D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5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3266D-F9A8-6C41-C937-DA0A57839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69FC1-2789-0FC2-F4B1-47AA693CC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62049-D203-E04F-6CB1-905377C01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3F018-1A26-8C4D-A306-A9A30E36813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2CD2E-03A6-1BE1-AE88-5B7C539CD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86118-1832-849B-05F2-22D78138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762F-DE0F-D148-99F8-749B5F71D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E705-D1B1-E541-E41B-86A60756A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D4CE-24D1-112B-7012-ECB262DB7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33D8E-F999-70B6-C128-61D6669A3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3F018-1A26-8C4D-A306-A9A30E36813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9AE6E-0B2A-584F-AB9C-0EB65A36E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CE268-2B4E-EC45-BEB7-A408EEB1F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762F-DE0F-D148-99F8-749B5F71D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81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F8BC58-8490-54A1-0B8C-5B34B71E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AD371-7CA3-A7AD-8323-17354F834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FED51-AC24-F0F8-08A5-77C2240681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F3F018-1A26-8C4D-A306-A9A30E36813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772F1-1BA7-E791-D20B-8DC3AD4261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FE9D3-5722-F15A-D6A5-DA4D4CBDB9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C9762F-DE0F-D148-99F8-749B5F71D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80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EA437-0712-F37D-EDC5-B47BAA4C21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657DEA"/>
                </a:solidFill>
              </a:rPr>
              <a:t>Procédure</a:t>
            </a:r>
            <a:r>
              <a:rPr lang="en-US" dirty="0">
                <a:solidFill>
                  <a:srgbClr val="657DEA"/>
                </a:solidFill>
              </a:rPr>
              <a:t> </a:t>
            </a:r>
            <a:r>
              <a:rPr lang="en-US" dirty="0" err="1">
                <a:solidFill>
                  <a:srgbClr val="657DEA"/>
                </a:solidFill>
              </a:rPr>
              <a:t>IAmi</a:t>
            </a:r>
            <a:endParaRPr lang="en-US" dirty="0">
              <a:solidFill>
                <a:srgbClr val="657DEA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64C3F-1189-BFFE-3F1B-FBF33829B3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657DEA"/>
                </a:solidFill>
              </a:rPr>
              <a:t>24/11/2025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7CBF44-2A49-C632-C193-1B18CC33B7D8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981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8DFD6-7ACE-08B6-4FBD-FE75F5A5A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8D4CB-8C71-6843-250F-9CEC2ABEA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657DEA"/>
                </a:solidFill>
              </a:rPr>
              <a:t>Sommaire</a:t>
            </a:r>
            <a:endParaRPr lang="en-US" dirty="0">
              <a:solidFill>
                <a:srgbClr val="657DEA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9405243-FDB6-C291-FF4E-368600A4F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4B1246-E071-09CF-893F-B558BB5D0FCC}"/>
              </a:ext>
            </a:extLst>
          </p:cNvPr>
          <p:cNvGraphicFramePr>
            <a:graphicFrameLocks noGrp="1"/>
          </p:cNvGraphicFramePr>
          <p:nvPr/>
        </p:nvGraphicFramePr>
        <p:xfrm>
          <a:off x="842838" y="1492749"/>
          <a:ext cx="8123362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3362">
                  <a:extLst>
                    <a:ext uri="{9D8B030D-6E8A-4147-A177-3AD203B41FA5}">
                      <a16:colId xmlns:a16="http://schemas.microsoft.com/office/drawing/2014/main" val="13996599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D3748"/>
                          </a:solidFill>
                        </a:rPr>
                        <a:t>1. Les </a:t>
                      </a:r>
                      <a:r>
                        <a:rPr lang="en-US" sz="3200" b="1" dirty="0" err="1">
                          <a:solidFill>
                            <a:srgbClr val="2D3748"/>
                          </a:solidFill>
                        </a:rPr>
                        <a:t>authentifications</a:t>
                      </a:r>
                      <a:endParaRPr lang="en-US" sz="3200" b="1" dirty="0">
                        <a:solidFill>
                          <a:srgbClr val="2D3748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049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1" dirty="0"/>
                        <a:t>2.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384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88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799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139165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75F7826-1604-23A0-D397-6A5BAA9CC142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12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67D0E-5520-0E36-7677-EADFEBD06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7FE1B-EAD7-FBD9-706E-9D166AE20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657DEA"/>
                </a:solidFill>
              </a:rPr>
              <a:t>Sommaire</a:t>
            </a:r>
            <a:endParaRPr lang="en-US" dirty="0">
              <a:solidFill>
                <a:srgbClr val="657DEA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367032-65C8-6A40-7E32-1B9B7ACE1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F4B430-BE0A-B647-7F62-F4AD433BD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264742"/>
              </p:ext>
            </p:extLst>
          </p:nvPr>
        </p:nvGraphicFramePr>
        <p:xfrm>
          <a:off x="842838" y="1492749"/>
          <a:ext cx="8123362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3362">
                  <a:extLst>
                    <a:ext uri="{9D8B030D-6E8A-4147-A177-3AD203B41FA5}">
                      <a16:colId xmlns:a16="http://schemas.microsoft.com/office/drawing/2014/main" val="13996599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657DEB"/>
                          </a:solidFill>
                        </a:rPr>
                        <a:t>1. Les </a:t>
                      </a:r>
                      <a:r>
                        <a:rPr lang="en-US" sz="3200" b="1" dirty="0" err="1">
                          <a:solidFill>
                            <a:srgbClr val="657DEB"/>
                          </a:solidFill>
                        </a:rPr>
                        <a:t>authentifications</a:t>
                      </a:r>
                      <a:endParaRPr lang="en-US" sz="3200" b="1" dirty="0">
                        <a:solidFill>
                          <a:srgbClr val="657DEB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049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1" dirty="0"/>
                        <a:t>2.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384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88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799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139165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DCACC55-0AD1-43EC-66A6-0ED050360C3C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724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4C2C-5422-68E3-4BBF-14F1C3167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657DEA"/>
                </a:solidFill>
              </a:rPr>
              <a:t>Titre</a:t>
            </a:r>
            <a:endParaRPr lang="en-US" dirty="0">
              <a:solidFill>
                <a:srgbClr val="657DEA"/>
              </a:solidFill>
            </a:endParaRP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63AB6C1E-8902-500A-2DFC-6ADC59AB6B19}"/>
              </a:ext>
            </a:extLst>
          </p:cNvPr>
          <p:cNvSpPr/>
          <p:nvPr/>
        </p:nvSpPr>
        <p:spPr>
          <a:xfrm>
            <a:off x="127155" y="2556642"/>
            <a:ext cx="11937690" cy="1744717"/>
          </a:xfrm>
          <a:prstGeom prst="rightArrow">
            <a:avLst/>
          </a:prstGeom>
          <a:solidFill>
            <a:srgbClr val="657DE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352CD39-C6AC-E315-BF9D-0899AE77E830}"/>
              </a:ext>
            </a:extLst>
          </p:cNvPr>
          <p:cNvSpPr/>
          <p:nvPr/>
        </p:nvSpPr>
        <p:spPr>
          <a:xfrm>
            <a:off x="3655203" y="1691391"/>
            <a:ext cx="1764024" cy="940559"/>
          </a:xfrm>
          <a:prstGeom prst="roundRect">
            <a:avLst/>
          </a:prstGeom>
          <a:solidFill>
            <a:srgbClr val="657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0E9A23D-5569-FEFB-8BFD-1C5DFF6AFEE7}"/>
              </a:ext>
            </a:extLst>
          </p:cNvPr>
          <p:cNvSpPr/>
          <p:nvPr/>
        </p:nvSpPr>
        <p:spPr>
          <a:xfrm>
            <a:off x="5419227" y="4226051"/>
            <a:ext cx="1764024" cy="940560"/>
          </a:xfrm>
          <a:prstGeom prst="roundRect">
            <a:avLst/>
          </a:prstGeom>
          <a:solidFill>
            <a:srgbClr val="657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672DB04-CB95-3871-77BD-C800C2974E0E}"/>
              </a:ext>
            </a:extLst>
          </p:cNvPr>
          <p:cNvSpPr/>
          <p:nvPr/>
        </p:nvSpPr>
        <p:spPr>
          <a:xfrm>
            <a:off x="7183251" y="1689208"/>
            <a:ext cx="1833599" cy="940560"/>
          </a:xfrm>
          <a:prstGeom prst="roundRect">
            <a:avLst/>
          </a:prstGeom>
          <a:solidFill>
            <a:srgbClr val="657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4832A4-5FF7-4968-C484-352C15887CAA}"/>
              </a:ext>
            </a:extLst>
          </p:cNvPr>
          <p:cNvSpPr/>
          <p:nvPr/>
        </p:nvSpPr>
        <p:spPr>
          <a:xfrm>
            <a:off x="8947275" y="4263705"/>
            <a:ext cx="1764024" cy="940560"/>
          </a:xfrm>
          <a:prstGeom prst="roundRect">
            <a:avLst/>
          </a:prstGeom>
          <a:solidFill>
            <a:srgbClr val="657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EAD6AAC-2152-2D91-0266-0D245C97FFFF}"/>
              </a:ext>
            </a:extLst>
          </p:cNvPr>
          <p:cNvSpPr/>
          <p:nvPr/>
        </p:nvSpPr>
        <p:spPr>
          <a:xfrm>
            <a:off x="1891179" y="4226051"/>
            <a:ext cx="1764024" cy="940559"/>
          </a:xfrm>
          <a:prstGeom prst="roundRect">
            <a:avLst/>
          </a:prstGeom>
          <a:solidFill>
            <a:srgbClr val="657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F625C86-FBCE-FB0C-3496-865E2BAA35FA}"/>
              </a:ext>
            </a:extLst>
          </p:cNvPr>
          <p:cNvSpPr/>
          <p:nvPr/>
        </p:nvSpPr>
        <p:spPr>
          <a:xfrm>
            <a:off x="127155" y="1689209"/>
            <a:ext cx="1764024" cy="940559"/>
          </a:xfrm>
          <a:prstGeom prst="roundRect">
            <a:avLst/>
          </a:prstGeom>
          <a:solidFill>
            <a:srgbClr val="657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C68E4B-C6F2-7439-4BF1-251E4561B987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257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60025-401D-98BC-81C5-8712FE7DF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FDA77-5EA1-B53B-D00F-ABBC5103F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657DEA"/>
                </a:solidFill>
              </a:rPr>
              <a:t>Titre</a:t>
            </a:r>
            <a:endParaRPr lang="en-US" dirty="0">
              <a:solidFill>
                <a:srgbClr val="657DEA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408CCB0-BECB-85BF-FAB6-9F3809D13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</a:rPr>
              <a:t>Sous </a:t>
            </a:r>
            <a:r>
              <a:rPr lang="en-US" b="1" dirty="0" err="1">
                <a:solidFill>
                  <a:srgbClr val="2D3748"/>
                </a:solidFill>
              </a:rPr>
              <a:t>titre</a:t>
            </a:r>
            <a:r>
              <a:rPr lang="en-US" b="1" dirty="0">
                <a:solidFill>
                  <a:srgbClr val="2D3748"/>
                </a:solidFill>
              </a:rPr>
              <a:t> des bullets points</a:t>
            </a:r>
          </a:p>
          <a:p>
            <a:r>
              <a:rPr lang="en-US" dirty="0">
                <a:solidFill>
                  <a:srgbClr val="2D3748"/>
                </a:solidFill>
              </a:rPr>
              <a:t>Bullet point 1</a:t>
            </a:r>
          </a:p>
          <a:p>
            <a:r>
              <a:rPr lang="en-US" dirty="0">
                <a:solidFill>
                  <a:srgbClr val="2D3748"/>
                </a:solidFill>
              </a:rPr>
              <a:t>Bullet point 2</a:t>
            </a:r>
          </a:p>
          <a:p>
            <a:r>
              <a:rPr lang="en-US" dirty="0">
                <a:solidFill>
                  <a:srgbClr val="2D3748"/>
                </a:solidFill>
              </a:rPr>
              <a:t>Bullet point 3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A53DB7-9D77-8EB5-EE11-BCA0E7B7963D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015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8A857-43A4-9FAF-CD85-ABF3D9AC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03DBF28-7172-2642-637E-1FB0BE1BEC5F}"/>
              </a:ext>
            </a:extLst>
          </p:cNvPr>
          <p:cNvSpPr txBox="1">
            <a:spLocks/>
          </p:cNvSpPr>
          <p:nvPr/>
        </p:nvSpPr>
        <p:spPr>
          <a:xfrm>
            <a:off x="1523999" y="1866967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2D3748"/>
                </a:solidFill>
              </a:rPr>
              <a:t>Main question ?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C6E7B4F-4965-8C60-FA9D-D9AC43406216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412C7-A44D-F91D-495D-09FA8B647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89FD2-D1C9-5C44-B532-11C13AB85692}" type="datetime1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CE179-2B0D-5743-ADDD-06C650B3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738F1-041C-E105-F046-3595BEFE1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3DC9-1213-8A4A-806A-11AEDBC372EB}" type="slidenum">
              <a:rPr lang="en-US" smtClean="0"/>
              <a:t>6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E5CDFC-144B-E604-B23A-EE6025121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>
                <a:solidFill>
                  <a:srgbClr val="657DEA"/>
                </a:solidFill>
              </a:rPr>
              <a:t>Titre</a:t>
            </a:r>
            <a:endParaRPr lang="en-US" dirty="0">
              <a:solidFill>
                <a:srgbClr val="657DE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960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15629-A772-80D5-4991-CD546A856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4C4AFD4-F132-2236-256C-37F6A094A7C0}"/>
              </a:ext>
            </a:extLst>
          </p:cNvPr>
          <p:cNvSpPr txBox="1">
            <a:spLocks/>
          </p:cNvSpPr>
          <p:nvPr/>
        </p:nvSpPr>
        <p:spPr>
          <a:xfrm>
            <a:off x="1523999" y="1866967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657DEB"/>
                </a:solidFill>
              </a:rPr>
              <a:t>Merci !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D35B877-DB22-70BD-7FBF-F9285EEF6148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21AE50-D69C-32E2-F427-1E6E9D5C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89FD2-D1C9-5C44-B532-11C13AB85692}" type="datetime1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8C963-1B10-EDA8-F2A7-B2408D0A5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3DDE3-4E52-4AFC-E330-6DCBC9652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3DC9-1213-8A4A-806A-11AEDBC372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33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45</Words>
  <Application>Microsoft Macintosh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Procédure IAmi</vt:lpstr>
      <vt:lpstr>Sommaire</vt:lpstr>
      <vt:lpstr>Sommaire</vt:lpstr>
      <vt:lpstr>Titre</vt:lpstr>
      <vt:lpstr>Titre</vt:lpstr>
      <vt:lpstr>Titre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Théo CADENE</dc:creator>
  <cp:lastModifiedBy>Théo CADENE</cp:lastModifiedBy>
  <cp:revision>6</cp:revision>
  <dcterms:created xsi:type="dcterms:W3CDTF">2025-11-24T13:37:38Z</dcterms:created>
  <dcterms:modified xsi:type="dcterms:W3CDTF">2025-11-24T14:45:14Z</dcterms:modified>
</cp:coreProperties>
</file>